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67" r:id="rId10"/>
    <p:sldId id="268" r:id="rId11"/>
    <p:sldId id="269" r:id="rId12"/>
    <p:sldId id="270" r:id="rId13"/>
    <p:sldId id="257" r:id="rId14"/>
    <p:sldId id="258" r:id="rId15"/>
    <p:sldId id="259" r:id="rId16"/>
    <p:sldId id="260" r:id="rId17"/>
    <p:sldId id="265" r:id="rId18"/>
    <p:sldId id="278" r:id="rId19"/>
    <p:sldId id="279" r:id="rId20"/>
    <p:sldId id="264" r:id="rId21"/>
    <p:sldId id="280" r:id="rId22"/>
    <p:sldId id="281" r:id="rId23"/>
    <p:sldId id="282" r:id="rId24"/>
    <p:sldId id="283" r:id="rId25"/>
    <p:sldId id="263" r:id="rId26"/>
    <p:sldId id="262" r:id="rId27"/>
    <p:sldId id="261" r:id="rId28"/>
    <p:sldId id="266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7" autoAdjust="0"/>
    <p:restoredTop sz="94660"/>
  </p:normalViewPr>
  <p:slideViewPr>
    <p:cSldViewPr>
      <p:cViewPr varScale="1">
        <p:scale>
          <a:sx n="34" d="100"/>
          <a:sy n="34" d="100"/>
        </p:scale>
        <p:origin x="-1252" y="-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026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18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588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70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197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872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95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1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75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SQL String Functions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Camal</a:t>
            </a:r>
            <a:r>
              <a:rPr lang="en-US" dirty="0"/>
              <a:t> </a:t>
            </a:r>
            <a:r>
              <a:rPr lang="en-US" dirty="0" err="1" smtClean="0"/>
              <a:t>Salmanzadə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 smtClean="0"/>
              <a:t>Hacıqədirli</a:t>
            </a:r>
            <a:endParaRPr lang="en-US" dirty="0" smtClean="0"/>
          </a:p>
          <a:p>
            <a:r>
              <a:rPr lang="en-US" dirty="0" err="1" smtClean="0"/>
              <a:t>İsmayıl</a:t>
            </a:r>
            <a:r>
              <a:rPr lang="en-US" dirty="0" smtClean="0"/>
              <a:t> </a:t>
            </a:r>
            <a:r>
              <a:rPr lang="en-US" dirty="0" err="1" smtClean="0"/>
              <a:t>Abdullayev</a:t>
            </a:r>
            <a:endParaRPr lang="en-US" dirty="0" smtClean="0"/>
          </a:p>
          <a:p>
            <a:r>
              <a:rPr lang="en-US" dirty="0" err="1" smtClean="0"/>
              <a:t>Mirabdulla</a:t>
            </a:r>
            <a:r>
              <a:rPr lang="en-US" dirty="0" smtClean="0"/>
              <a:t> </a:t>
            </a:r>
            <a:r>
              <a:rPr lang="en-US" dirty="0" err="1" smtClean="0"/>
              <a:t>Babayev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/>
              <a:t>Abdullayev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993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ASCII()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ASCII (</a:t>
            </a:r>
            <a:r>
              <a:rPr lang="en-US" dirty="0" err="1"/>
              <a:t>character_expression</a:t>
            </a:r>
            <a:r>
              <a:rPr lang="en-US" dirty="0" smtClean="0"/>
              <a:t>)</a:t>
            </a:r>
          </a:p>
          <a:p>
            <a:r>
              <a:rPr lang="en-US" dirty="0"/>
              <a:t>Returns the ASCII code value of the leftmost character of a character expression.</a:t>
            </a:r>
            <a:endParaRPr lang="en-US" dirty="0" smtClean="0"/>
          </a:p>
          <a:p>
            <a:r>
              <a:rPr lang="en-US" dirty="0" err="1" smtClean="0"/>
              <a:t>Yazilar</a:t>
            </a:r>
            <a:r>
              <a:rPr lang="en-US" dirty="0" smtClean="0"/>
              <a:t> </a:t>
            </a:r>
            <a:r>
              <a:rPr lang="en-US" dirty="0" err="1"/>
              <a:t>uzerinden</a:t>
            </a:r>
            <a:r>
              <a:rPr lang="en-US" dirty="0"/>
              <a:t> </a:t>
            </a:r>
            <a:r>
              <a:rPr lang="en-US" dirty="0" err="1"/>
              <a:t>ishlenir</a:t>
            </a:r>
            <a:r>
              <a:rPr lang="en-US" dirty="0"/>
              <a:t>. </a:t>
            </a:r>
            <a:r>
              <a:rPr lang="en-US" dirty="0" err="1"/>
              <a:t>Burda</a:t>
            </a:r>
            <a:r>
              <a:rPr lang="en-US" dirty="0"/>
              <a:t> </a:t>
            </a:r>
            <a:r>
              <a:rPr lang="en-US" dirty="0" err="1"/>
              <a:t>basda</a:t>
            </a:r>
            <a:r>
              <a:rPr lang="en-US" dirty="0"/>
              <a:t> </a:t>
            </a:r>
            <a:r>
              <a:rPr lang="en-US" dirty="0" err="1"/>
              <a:t>yazilan</a:t>
            </a:r>
            <a:r>
              <a:rPr lang="en-US" dirty="0"/>
              <a:t> </a:t>
            </a:r>
            <a:r>
              <a:rPr lang="en-US" dirty="0" err="1"/>
              <a:t>herfin</a:t>
            </a:r>
            <a:r>
              <a:rPr lang="en-US" dirty="0"/>
              <a:t> </a:t>
            </a:r>
            <a:r>
              <a:rPr lang="en-US" dirty="0" err="1"/>
              <a:t>sayiyla</a:t>
            </a:r>
            <a:r>
              <a:rPr lang="en-US" dirty="0"/>
              <a:t> </a:t>
            </a:r>
            <a:r>
              <a:rPr lang="en-US" dirty="0" err="1"/>
              <a:t>nece</a:t>
            </a:r>
            <a:r>
              <a:rPr lang="en-US" dirty="0"/>
              <a:t> </a:t>
            </a:r>
            <a:r>
              <a:rPr lang="en-US" dirty="0" err="1"/>
              <a:t>ifade</a:t>
            </a:r>
            <a:r>
              <a:rPr lang="en-US" dirty="0"/>
              <a:t> </a:t>
            </a:r>
            <a:r>
              <a:rPr lang="en-US" dirty="0" err="1"/>
              <a:t>olundugunu</a:t>
            </a:r>
            <a:r>
              <a:rPr lang="en-US" dirty="0"/>
              <a:t> </a:t>
            </a:r>
            <a:r>
              <a:rPr lang="en-US" dirty="0" err="1"/>
              <a:t>gosderir</a:t>
            </a:r>
            <a:r>
              <a:rPr lang="en-US" dirty="0"/>
              <a:t>. </a:t>
            </a:r>
          </a:p>
          <a:p>
            <a:r>
              <a:rPr lang="en-US" dirty="0" err="1" smtClean="0"/>
              <a:t>Hemen</a:t>
            </a:r>
            <a:r>
              <a:rPr lang="en-US" dirty="0" smtClean="0"/>
              <a:t>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expressionlar</a:t>
            </a:r>
            <a:r>
              <a:rPr lang="en-US" dirty="0"/>
              <a:t> char </a:t>
            </a:r>
            <a:r>
              <a:rPr lang="en-US" dirty="0" err="1"/>
              <a:t>veya</a:t>
            </a:r>
            <a:r>
              <a:rPr lang="en-US" dirty="0"/>
              <a:t> varchar </a:t>
            </a:r>
            <a:r>
              <a:rPr lang="en-US" dirty="0" err="1"/>
              <a:t>olur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/>
              <a:t>SELECT ASCII('A</a:t>
            </a:r>
            <a:r>
              <a:rPr lang="en-US" dirty="0" smtClean="0"/>
              <a:t>'); --- 65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435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CHAR </a:t>
            </a:r>
            <a:r>
              <a:rPr lang="en-US" dirty="0"/>
              <a:t>(</a:t>
            </a:r>
            <a:r>
              <a:rPr lang="en-US" dirty="0" err="1"/>
              <a:t>integer_expression</a:t>
            </a:r>
            <a:r>
              <a:rPr lang="en-US" dirty="0" smtClean="0"/>
              <a:t>)</a:t>
            </a:r>
          </a:p>
          <a:p>
            <a:r>
              <a:rPr lang="en-US" dirty="0"/>
              <a:t>Converts an </a:t>
            </a:r>
            <a:r>
              <a:rPr lang="en-US" b="1" dirty="0" err="1"/>
              <a:t>int</a:t>
            </a:r>
            <a:r>
              <a:rPr lang="en-US" dirty="0"/>
              <a:t> ASCII code to a character.</a:t>
            </a:r>
            <a:endParaRPr lang="en-US" dirty="0" smtClean="0"/>
          </a:p>
          <a:p>
            <a:r>
              <a:rPr lang="en-US" dirty="0" err="1" smtClean="0"/>
              <a:t>Burda</a:t>
            </a:r>
            <a:r>
              <a:rPr lang="en-US" dirty="0" smtClean="0"/>
              <a:t> </a:t>
            </a:r>
            <a:r>
              <a:rPr lang="en-US" dirty="0" err="1"/>
              <a:t>ise</a:t>
            </a:r>
            <a:r>
              <a:rPr lang="en-US" dirty="0"/>
              <a:t> asci-</a:t>
            </a:r>
            <a:r>
              <a:rPr lang="en-US" dirty="0" err="1"/>
              <a:t>nin</a:t>
            </a:r>
            <a:r>
              <a:rPr lang="en-US" dirty="0"/>
              <a:t> </a:t>
            </a:r>
            <a:r>
              <a:rPr lang="en-US" dirty="0" err="1"/>
              <a:t>tersidir</a:t>
            </a:r>
            <a:r>
              <a:rPr lang="en-US" dirty="0"/>
              <a:t>. </a:t>
            </a:r>
            <a:r>
              <a:rPr lang="en-US" dirty="0" err="1"/>
              <a:t>Yeni</a:t>
            </a:r>
            <a:r>
              <a:rPr lang="en-US" dirty="0"/>
              <a:t> </a:t>
            </a:r>
            <a:r>
              <a:rPr lang="en-US" dirty="0" err="1"/>
              <a:t>reqemlerin</a:t>
            </a:r>
            <a:r>
              <a:rPr lang="en-US" dirty="0"/>
              <a:t> </a:t>
            </a:r>
            <a:r>
              <a:rPr lang="en-US" dirty="0" err="1"/>
              <a:t>heriflerle</a:t>
            </a:r>
            <a:r>
              <a:rPr lang="en-US" dirty="0"/>
              <a:t> </a:t>
            </a:r>
            <a:r>
              <a:rPr lang="en-US" dirty="0" err="1"/>
              <a:t>ifade</a:t>
            </a:r>
            <a:r>
              <a:rPr lang="en-US" dirty="0"/>
              <a:t> </a:t>
            </a:r>
            <a:r>
              <a:rPr lang="en-US" dirty="0" err="1"/>
              <a:t>olunmagidir</a:t>
            </a:r>
            <a:r>
              <a:rPr lang="en-US" dirty="0"/>
              <a:t>. Integer </a:t>
            </a:r>
            <a:r>
              <a:rPr lang="en-US" dirty="0" err="1"/>
              <a:t>formatinda</a:t>
            </a:r>
            <a:r>
              <a:rPr lang="en-US" dirty="0"/>
              <a:t> </a:t>
            </a:r>
            <a:r>
              <a:rPr lang="en-US" dirty="0" err="1"/>
              <a:t>olmalidir</a:t>
            </a:r>
            <a:r>
              <a:rPr lang="en-US" dirty="0"/>
              <a:t>. </a:t>
            </a:r>
            <a:r>
              <a:rPr lang="en-US" dirty="0" err="1"/>
              <a:t>Yeni</a:t>
            </a:r>
            <a:r>
              <a:rPr lang="en-US" dirty="0"/>
              <a:t> 0 </a:t>
            </a:r>
            <a:r>
              <a:rPr lang="en-US" dirty="0" err="1"/>
              <a:t>ile</a:t>
            </a:r>
            <a:r>
              <a:rPr lang="en-US" dirty="0"/>
              <a:t> 255 </a:t>
            </a:r>
            <a:r>
              <a:rPr lang="en-US" dirty="0" err="1"/>
              <a:t>arasinda</a:t>
            </a:r>
            <a:r>
              <a:rPr lang="en-US" dirty="0"/>
              <a:t> </a:t>
            </a:r>
            <a:r>
              <a:rPr lang="en-US" dirty="0" err="1"/>
              <a:t>olmalidir</a:t>
            </a:r>
            <a:r>
              <a:rPr lang="en-US" dirty="0"/>
              <a:t>. Eger </a:t>
            </a:r>
            <a:r>
              <a:rPr lang="en-US" dirty="0" err="1"/>
              <a:t>bunun</a:t>
            </a:r>
            <a:r>
              <a:rPr lang="en-US" dirty="0"/>
              <a:t> </a:t>
            </a:r>
            <a:r>
              <a:rPr lang="en-US" dirty="0" err="1"/>
              <a:t>xaricinde</a:t>
            </a:r>
            <a:r>
              <a:rPr lang="en-US" dirty="0"/>
              <a:t> her </a:t>
            </a:r>
            <a:r>
              <a:rPr lang="en-US" dirty="0" err="1"/>
              <a:t>hansisa</a:t>
            </a:r>
            <a:r>
              <a:rPr lang="en-US" dirty="0"/>
              <a:t> </a:t>
            </a:r>
            <a:r>
              <a:rPr lang="en-US" dirty="0" err="1"/>
              <a:t>reqem</a:t>
            </a:r>
            <a:r>
              <a:rPr lang="en-US" dirty="0"/>
              <a:t> </a:t>
            </a:r>
            <a:r>
              <a:rPr lang="en-US" dirty="0" err="1"/>
              <a:t>olarsa</a:t>
            </a:r>
            <a:r>
              <a:rPr lang="en-US" dirty="0"/>
              <a:t> o zaman Null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gosterir</a:t>
            </a:r>
            <a:r>
              <a:rPr lang="en-US" dirty="0"/>
              <a:t>.  </a:t>
            </a:r>
            <a:endParaRPr lang="en-US" dirty="0" smtClean="0"/>
          </a:p>
          <a:p>
            <a:r>
              <a:rPr lang="en-US" dirty="0" smtClean="0"/>
              <a:t>Ex: SELECT </a:t>
            </a:r>
            <a:r>
              <a:rPr lang="en-US" dirty="0"/>
              <a:t>CHAR(65</a:t>
            </a:r>
            <a:r>
              <a:rPr lang="en-US" dirty="0" smtClean="0"/>
              <a:t>); --- 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2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CHARINDEX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az-Latn-AZ" dirty="0"/>
              <a:t>CHARINDEX ( expressionToFind , expressionToSearch [ , start_location ] </a:t>
            </a:r>
            <a:r>
              <a:rPr lang="az-Latn-AZ" dirty="0" smtClean="0"/>
              <a:t>)</a:t>
            </a:r>
            <a:endParaRPr lang="en-US" dirty="0" smtClean="0"/>
          </a:p>
          <a:p>
            <a:r>
              <a:rPr lang="en-US" dirty="0"/>
              <a:t>Searches an expression for another expression and returns its starting position if found.</a:t>
            </a:r>
            <a:endParaRPr lang="en-US" dirty="0" smtClean="0"/>
          </a:p>
          <a:p>
            <a:r>
              <a:rPr lang="en-US" dirty="0" err="1"/>
              <a:t>A</a:t>
            </a:r>
            <a:r>
              <a:rPr lang="en-US" dirty="0" err="1" smtClean="0"/>
              <a:t>xtarmaq</a:t>
            </a:r>
            <a:r>
              <a:rPr lang="en-US" dirty="0" smtClean="0"/>
              <a:t> </a:t>
            </a:r>
            <a:r>
              <a:rPr lang="en-US" dirty="0" err="1"/>
              <a:t>istediyimiz</a:t>
            </a:r>
            <a:r>
              <a:rPr lang="en-US" dirty="0"/>
              <a:t> string-de </a:t>
            </a:r>
            <a:r>
              <a:rPr lang="en-US" dirty="0" err="1"/>
              <a:t>konkret</a:t>
            </a:r>
            <a:r>
              <a:rPr lang="en-US" dirty="0"/>
              <a:t> </a:t>
            </a:r>
            <a:r>
              <a:rPr lang="en-US" dirty="0" err="1"/>
              <a:t>yeri</a:t>
            </a:r>
            <a:r>
              <a:rPr lang="en-US" dirty="0"/>
              <a:t>, </a:t>
            </a:r>
            <a:r>
              <a:rPr lang="en-US" dirty="0" err="1"/>
              <a:t>stringi</a:t>
            </a:r>
            <a:r>
              <a:rPr lang="en-US" dirty="0"/>
              <a:t> </a:t>
            </a:r>
            <a:r>
              <a:rPr lang="en-US" dirty="0" err="1"/>
              <a:t>yaziriq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necenci</a:t>
            </a:r>
            <a:r>
              <a:rPr lang="en-US" dirty="0"/>
              <a:t> </a:t>
            </a:r>
            <a:r>
              <a:rPr lang="en-US" dirty="0" err="1"/>
              <a:t>yerde</a:t>
            </a:r>
            <a:r>
              <a:rPr lang="en-US" dirty="0"/>
              <a:t> </a:t>
            </a:r>
            <a:r>
              <a:rPr lang="en-US" dirty="0" err="1"/>
              <a:t>dayanan</a:t>
            </a:r>
            <a:r>
              <a:rPr lang="en-US" dirty="0"/>
              <a:t> </a:t>
            </a:r>
            <a:r>
              <a:rPr lang="en-US" dirty="0" err="1"/>
              <a:t>hedden</a:t>
            </a:r>
            <a:r>
              <a:rPr lang="en-US" dirty="0"/>
              <a:t> </a:t>
            </a:r>
            <a:r>
              <a:rPr lang="en-US" dirty="0" err="1"/>
              <a:t>baslamasini</a:t>
            </a:r>
            <a:r>
              <a:rPr lang="en-US" dirty="0"/>
              <a:t> </a:t>
            </a:r>
            <a:r>
              <a:rPr lang="en-US" dirty="0" err="1"/>
              <a:t>isteyirikse</a:t>
            </a:r>
            <a:r>
              <a:rPr lang="en-US" dirty="0"/>
              <a:t> o </a:t>
            </a:r>
            <a:r>
              <a:rPr lang="en-US" dirty="0" err="1"/>
              <a:t>heddi</a:t>
            </a:r>
            <a:r>
              <a:rPr lang="en-US" dirty="0"/>
              <a:t> </a:t>
            </a:r>
            <a:r>
              <a:rPr lang="en-US" dirty="0" err="1" smtClean="0"/>
              <a:t>yaziriq</a:t>
            </a:r>
            <a:r>
              <a:rPr lang="en-US" dirty="0" smtClean="0"/>
              <a:t>. </a:t>
            </a:r>
            <a:r>
              <a:rPr lang="en-US" dirty="0" err="1" smtClean="0"/>
              <a:t>Baslama</a:t>
            </a:r>
            <a:r>
              <a:rPr lang="en-US" dirty="0" smtClean="0"/>
              <a:t> </a:t>
            </a:r>
            <a:r>
              <a:rPr lang="en-US" dirty="0" err="1" smtClean="0"/>
              <a:t>nowtesini</a:t>
            </a:r>
            <a:r>
              <a:rPr lang="en-US" dirty="0" smtClean="0"/>
              <a:t> </a:t>
            </a:r>
            <a:r>
              <a:rPr lang="en-US" dirty="0" err="1" smtClean="0"/>
              <a:t>bize</a:t>
            </a:r>
            <a:r>
              <a:rPr lang="en-US" dirty="0" smtClean="0"/>
              <a:t> </a:t>
            </a:r>
            <a:r>
              <a:rPr lang="en-US" dirty="0" err="1" smtClean="0"/>
              <a:t>qaytarir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65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CONCAT()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az-Latn-AZ" dirty="0"/>
              <a:t>CONCAT ( string_value1, string_value2 [, string_valueN ] </a:t>
            </a:r>
            <a:r>
              <a:rPr lang="az-Latn-AZ" dirty="0" smtClean="0"/>
              <a:t>)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err="1" smtClean="0"/>
              <a:t>Burda</a:t>
            </a:r>
            <a:r>
              <a:rPr lang="en-US" dirty="0" smtClean="0"/>
              <a:t> </a:t>
            </a:r>
            <a:r>
              <a:rPr lang="en-US" dirty="0" err="1" smtClean="0"/>
              <a:t>iki</a:t>
            </a:r>
            <a:r>
              <a:rPr lang="en-US" dirty="0" smtClean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artiq</a:t>
            </a:r>
            <a:r>
              <a:rPr lang="en-US" dirty="0"/>
              <a:t> string-in </a:t>
            </a:r>
            <a:r>
              <a:rPr lang="en-US" dirty="0" err="1"/>
              <a:t>istenilen</a:t>
            </a:r>
            <a:r>
              <a:rPr lang="en-US" dirty="0"/>
              <a:t> </a:t>
            </a:r>
            <a:r>
              <a:rPr lang="en-US" dirty="0" err="1"/>
              <a:t>terzde</a:t>
            </a:r>
            <a:r>
              <a:rPr lang="en-US" dirty="0"/>
              <a:t> </a:t>
            </a:r>
            <a:r>
              <a:rPr lang="en-US" dirty="0" err="1"/>
              <a:t>ifade</a:t>
            </a:r>
            <a:r>
              <a:rPr lang="en-US" dirty="0"/>
              <a:t> </a:t>
            </a:r>
            <a:r>
              <a:rPr lang="en-US" dirty="0" err="1"/>
              <a:t>olunmasina</a:t>
            </a:r>
            <a:r>
              <a:rPr lang="en-US" dirty="0"/>
              <a:t> </a:t>
            </a:r>
            <a:r>
              <a:rPr lang="en-US" dirty="0" err="1"/>
              <a:t>komek</a:t>
            </a:r>
            <a:r>
              <a:rPr lang="en-US" dirty="0"/>
              <a:t> </a:t>
            </a:r>
            <a:r>
              <a:rPr lang="en-US" dirty="0" err="1"/>
              <a:t>edir</a:t>
            </a:r>
            <a:r>
              <a:rPr lang="en-US" dirty="0"/>
              <a:t>. Bu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nov</a:t>
            </a:r>
            <a:r>
              <a:rPr lang="en-US" dirty="0"/>
              <a:t> </a:t>
            </a:r>
            <a:r>
              <a:rPr lang="en-US" dirty="0" err="1"/>
              <a:t>qisaltmaq</a:t>
            </a:r>
            <a:r>
              <a:rPr lang="en-US" dirty="0"/>
              <a:t>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gosterilir</a:t>
            </a:r>
            <a:r>
              <a:rPr lang="en-US" dirty="0"/>
              <a:t>. </a:t>
            </a:r>
            <a:r>
              <a:rPr lang="en-US" dirty="0" err="1"/>
              <a:t>Daha</a:t>
            </a:r>
            <a:r>
              <a:rPr lang="en-US" dirty="0"/>
              <a:t> cox </a:t>
            </a:r>
            <a:r>
              <a:rPr lang="en-US" dirty="0" err="1"/>
              <a:t>stringin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sekilde</a:t>
            </a:r>
            <a:r>
              <a:rPr lang="en-US" dirty="0"/>
              <a:t> </a:t>
            </a:r>
            <a:r>
              <a:rPr lang="en-US" dirty="0" err="1"/>
              <a:t>ifade</a:t>
            </a:r>
            <a:r>
              <a:rPr lang="en-US" dirty="0"/>
              <a:t> </a:t>
            </a:r>
            <a:r>
              <a:rPr lang="en-US" dirty="0" err="1"/>
              <a:t>olunmasi</a:t>
            </a:r>
            <a:r>
              <a:rPr lang="en-US" dirty="0" smtClean="0"/>
              <a:t>.</a:t>
            </a:r>
          </a:p>
          <a:p>
            <a:r>
              <a:rPr lang="en-US" dirty="0" smtClean="0"/>
              <a:t>Ex: SELECT</a:t>
            </a:r>
            <a:r>
              <a:rPr lang="en-US" dirty="0"/>
              <a:t> CONCAT ( 'Happy ', </a:t>
            </a:r>
            <a:r>
              <a:rPr lang="en-US" dirty="0" smtClean="0"/>
              <a:t>'Birthday'); --- Happy Birthday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0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C</a:t>
            </a:r>
            <a:r>
              <a:rPr lang="en-US" dirty="0" smtClean="0"/>
              <a:t>ONCAT_WS()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CONCAT_WS ( separator, argument1, </a:t>
            </a:r>
            <a:r>
              <a:rPr lang="en-US" dirty="0" smtClean="0"/>
              <a:t>argument2 </a:t>
            </a:r>
            <a:r>
              <a:rPr lang="en-US" dirty="0"/>
              <a:t>[, </a:t>
            </a:r>
            <a:r>
              <a:rPr lang="en-US" dirty="0" err="1"/>
              <a:t>argumentN</a:t>
            </a:r>
            <a:r>
              <a:rPr lang="en-US" dirty="0"/>
              <a:t>]… ) </a:t>
            </a:r>
            <a:endParaRPr lang="en-US" dirty="0" smtClean="0"/>
          </a:p>
          <a:p>
            <a:r>
              <a:rPr lang="en-US" dirty="0" smtClean="0"/>
              <a:t>Concatenates </a:t>
            </a:r>
            <a:r>
              <a:rPr lang="en-US" dirty="0"/>
              <a:t>a variable number of arguments with a delimiter specified in the 1st argument.</a:t>
            </a:r>
            <a:endParaRPr lang="en-US" dirty="0" smtClean="0"/>
          </a:p>
          <a:p>
            <a:r>
              <a:rPr lang="en-US" dirty="0" err="1" smtClean="0"/>
              <a:t>Burda</a:t>
            </a:r>
            <a:r>
              <a:rPr lang="en-US" dirty="0" smtClean="0"/>
              <a:t> variable-lar </a:t>
            </a:r>
            <a:r>
              <a:rPr lang="en-US" dirty="0" err="1"/>
              <a:t>goturulur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onlari</a:t>
            </a:r>
            <a:r>
              <a:rPr lang="en-US" dirty="0"/>
              <a:t> </a:t>
            </a:r>
            <a:r>
              <a:rPr lang="en-US" dirty="0" err="1"/>
              <a:t>tek</a:t>
            </a:r>
            <a:r>
              <a:rPr lang="en-US" dirty="0"/>
              <a:t> string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ifade</a:t>
            </a:r>
            <a:r>
              <a:rPr lang="en-US" dirty="0"/>
              <a:t> </a:t>
            </a:r>
            <a:r>
              <a:rPr lang="en-US" dirty="0" err="1"/>
              <a:t>eliyir</a:t>
            </a:r>
            <a:r>
              <a:rPr lang="en-US" dirty="0"/>
              <a:t> </a:t>
            </a:r>
            <a:r>
              <a:rPr lang="en-US" dirty="0" err="1"/>
              <a:t>ancaq</a:t>
            </a:r>
            <a:r>
              <a:rPr lang="en-US" dirty="0"/>
              <a:t> ilk </a:t>
            </a:r>
            <a:r>
              <a:rPr lang="en-US" dirty="0" err="1" smtClean="0"/>
              <a:t>argument’de</a:t>
            </a:r>
            <a:r>
              <a:rPr lang="en-US" dirty="0" smtClean="0"/>
              <a:t> </a:t>
            </a:r>
            <a:r>
              <a:rPr lang="en-US" dirty="0" err="1" smtClean="0"/>
              <a:t>ayricini</a:t>
            </a:r>
            <a:r>
              <a:rPr lang="en-US" dirty="0" smtClean="0"/>
              <a:t> </a:t>
            </a:r>
            <a:r>
              <a:rPr lang="en-US" dirty="0" err="1"/>
              <a:t>yazirsan</a:t>
            </a:r>
            <a:r>
              <a:rPr lang="en-US" dirty="0"/>
              <a:t>. </a:t>
            </a:r>
            <a:r>
              <a:rPr lang="en-US" dirty="0" err="1"/>
              <a:t>A</a:t>
            </a:r>
            <a:r>
              <a:rPr lang="en-US" dirty="0" err="1" smtClean="0"/>
              <a:t>yricinin</a:t>
            </a:r>
            <a:r>
              <a:rPr lang="en-US" dirty="0" smtClean="0"/>
              <a:t> </a:t>
            </a:r>
            <a:r>
              <a:rPr lang="en-US" dirty="0" err="1"/>
              <a:t>yazilmasi</a:t>
            </a:r>
            <a:r>
              <a:rPr lang="en-US" dirty="0"/>
              <a:t> </a:t>
            </a:r>
            <a:r>
              <a:rPr lang="en-US" dirty="0" err="1"/>
              <a:t>sertdi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minimum </a:t>
            </a:r>
            <a:r>
              <a:rPr lang="en-US" dirty="0" err="1"/>
              <a:t>iki</a:t>
            </a:r>
            <a:r>
              <a:rPr lang="en-US" dirty="0"/>
              <a:t> argument </a:t>
            </a:r>
            <a:r>
              <a:rPr lang="en-US" dirty="0" err="1"/>
              <a:t>olmalidir</a:t>
            </a:r>
            <a:r>
              <a:rPr lang="en-US" dirty="0"/>
              <a:t>. </a:t>
            </a:r>
            <a:r>
              <a:rPr lang="en-US" dirty="0" err="1"/>
              <a:t>Diger</a:t>
            </a:r>
            <a:r>
              <a:rPr lang="en-US" dirty="0"/>
              <a:t> </a:t>
            </a:r>
            <a:r>
              <a:rPr lang="en-US" dirty="0" err="1"/>
              <a:t>halda</a:t>
            </a:r>
            <a:r>
              <a:rPr lang="en-US" dirty="0"/>
              <a:t> error </a:t>
            </a:r>
            <a:r>
              <a:rPr lang="en-US" dirty="0" err="1" smtClean="0"/>
              <a:t>verecek</a:t>
            </a:r>
            <a:endParaRPr lang="en-US" dirty="0" smtClean="0"/>
          </a:p>
          <a:p>
            <a:r>
              <a:rPr lang="en-US" dirty="0" smtClean="0"/>
              <a:t>Ex: </a:t>
            </a:r>
            <a:r>
              <a:rPr lang="en-US" dirty="0"/>
              <a:t>SELECT CONCAT_WS(',','1 Microsoft Way', NULL, 'Redmond', 98052</a:t>
            </a:r>
            <a:r>
              <a:rPr lang="en-US" dirty="0" smtClean="0"/>
              <a:t>); --- 1 </a:t>
            </a:r>
            <a:r>
              <a:rPr lang="en-US" dirty="0"/>
              <a:t>Microsoft Way,Redmond,98052</a:t>
            </a:r>
          </a:p>
        </p:txBody>
      </p:sp>
    </p:spTree>
    <p:extLst>
      <p:ext uri="{BB962C8B-B14F-4D97-AF65-F5344CB8AC3E}">
        <p14:creationId xmlns:p14="http://schemas.microsoft.com/office/powerpoint/2010/main" val="388887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DIFFERENCE()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z-Latn-AZ" dirty="0"/>
              <a:t>DIFFERENCE ( character_expression , character_expression </a:t>
            </a:r>
            <a:r>
              <a:rPr lang="az-Latn-AZ" dirty="0" smtClean="0"/>
              <a:t>)</a:t>
            </a:r>
            <a:endParaRPr lang="en-US" dirty="0" smtClean="0"/>
          </a:p>
          <a:p>
            <a:r>
              <a:rPr lang="en-US" dirty="0"/>
              <a:t>Returns an integer value that indicates the difference between the SOUNDEX values of two character expressions.</a:t>
            </a:r>
            <a:endParaRPr lang="en-US" dirty="0" smtClean="0"/>
          </a:p>
          <a:p>
            <a:r>
              <a:rPr lang="en-US" dirty="0" err="1" smtClean="0"/>
              <a:t>Iki</a:t>
            </a:r>
            <a:r>
              <a:rPr lang="en-US" dirty="0" smtClean="0"/>
              <a:t> </a:t>
            </a:r>
            <a:r>
              <a:rPr lang="az-Latn-AZ" dirty="0" smtClean="0"/>
              <a:t>ferqli </a:t>
            </a:r>
            <a:r>
              <a:rPr lang="az-Latn-AZ" dirty="0"/>
              <a:t>soundex value-nun ferqini integer formasinda geri qaytarir</a:t>
            </a:r>
            <a:r>
              <a:rPr lang="az-Latn-AZ" dirty="0" smtClean="0"/>
              <a:t>.</a:t>
            </a:r>
            <a:endParaRPr lang="en-US" dirty="0" smtClean="0"/>
          </a:p>
          <a:p>
            <a:r>
              <a:rPr lang="en-US" dirty="0" err="1" smtClean="0"/>
              <a:t>phpMyAdmin’de</a:t>
            </a:r>
            <a:r>
              <a:rPr lang="en-US" dirty="0" smtClean="0"/>
              <a:t> </a:t>
            </a:r>
            <a:r>
              <a:rPr lang="en-US" dirty="0" err="1" smtClean="0"/>
              <a:t>ishlemir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468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Format</a:t>
            </a:r>
            <a:r>
              <a:rPr lang="en-US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az-Latn-AZ" dirty="0"/>
              <a:t>FORMAT ( value, format [, culture ] )  </a:t>
            </a:r>
            <a:endParaRPr lang="en-US" dirty="0" smtClean="0"/>
          </a:p>
          <a:p>
            <a:r>
              <a:rPr lang="en-US" dirty="0"/>
              <a:t>Returns a value formatted with the specified format and optional culture in SQL Server 2016.</a:t>
            </a:r>
            <a:endParaRPr lang="en-US" dirty="0" smtClean="0"/>
          </a:p>
          <a:p>
            <a:r>
              <a:rPr lang="az-Latn-AZ" dirty="0" smtClean="0"/>
              <a:t>Format </a:t>
            </a:r>
            <a:r>
              <a:rPr lang="az-Latn-AZ" dirty="0"/>
              <a:t>formasinda date/time ve reqemler string kimi gosterilir. </a:t>
            </a:r>
            <a:r>
              <a:rPr lang="en-US" dirty="0" err="1"/>
              <a:t>Yeni</a:t>
            </a:r>
            <a:r>
              <a:rPr lang="en-US" dirty="0"/>
              <a:t> </a:t>
            </a:r>
            <a:r>
              <a:rPr lang="en-US" dirty="0" err="1"/>
              <a:t>gosterilmek</a:t>
            </a:r>
            <a:r>
              <a:rPr lang="en-US" dirty="0"/>
              <a:t> </a:t>
            </a:r>
            <a:r>
              <a:rPr lang="en-US" dirty="0" err="1"/>
              <a:t>istenen</a:t>
            </a:r>
            <a:r>
              <a:rPr lang="en-US" dirty="0"/>
              <a:t> data-</a:t>
            </a:r>
            <a:r>
              <a:rPr lang="en-US" dirty="0" err="1"/>
              <a:t>nin</a:t>
            </a:r>
            <a:r>
              <a:rPr lang="en-US" dirty="0"/>
              <a:t> </a:t>
            </a:r>
            <a:r>
              <a:rPr lang="en-US" dirty="0" err="1"/>
              <a:t>ferqli</a:t>
            </a:r>
            <a:r>
              <a:rPr lang="en-US" dirty="0"/>
              <a:t> format-</a:t>
            </a:r>
            <a:r>
              <a:rPr lang="en-US" dirty="0" err="1"/>
              <a:t>larda</a:t>
            </a:r>
            <a:r>
              <a:rPr lang="en-US" dirty="0"/>
              <a:t> </a:t>
            </a:r>
            <a:r>
              <a:rPr lang="en-US" dirty="0" err="1"/>
              <a:t>gosterilmesinden</a:t>
            </a:r>
            <a:r>
              <a:rPr lang="en-US" dirty="0"/>
              <a:t> </a:t>
            </a:r>
            <a:r>
              <a:rPr lang="en-US" dirty="0" err="1"/>
              <a:t>behs</a:t>
            </a:r>
            <a:r>
              <a:rPr lang="en-US" dirty="0"/>
              <a:t> </a:t>
            </a:r>
            <a:r>
              <a:rPr lang="en-US" dirty="0" err="1"/>
              <a:t>edir</a:t>
            </a:r>
            <a:r>
              <a:rPr lang="en-US" dirty="0"/>
              <a:t>. </a:t>
            </a:r>
            <a:endParaRPr lang="en-US" dirty="0" smtClean="0"/>
          </a:p>
          <a:p>
            <a:r>
              <a:rPr lang="en-US" dirty="0" err="1" smtClean="0"/>
              <a:t>phpMyAdminde</a:t>
            </a:r>
            <a:r>
              <a:rPr lang="en-US" dirty="0" smtClean="0"/>
              <a:t> </a:t>
            </a:r>
            <a:r>
              <a:rPr lang="en-US" dirty="0" err="1" smtClean="0"/>
              <a:t>arzuolunan</a:t>
            </a:r>
            <a:r>
              <a:rPr lang="en-US" dirty="0" smtClean="0"/>
              <a:t> </a:t>
            </a:r>
            <a:r>
              <a:rPr lang="en-US" dirty="0" err="1" smtClean="0"/>
              <a:t>neticeni</a:t>
            </a:r>
            <a:r>
              <a:rPr lang="en-US" dirty="0" smtClean="0"/>
              <a:t> </a:t>
            </a:r>
            <a:r>
              <a:rPr lang="en-US" dirty="0" err="1" smtClean="0"/>
              <a:t>qaytarmir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57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LEFT()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left part of a character string with the specified number of characters.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</a:t>
            </a:r>
            <a:r>
              <a:rPr lang="en-US" dirty="0" smtClean="0"/>
              <a:t> </a:t>
            </a:r>
            <a:r>
              <a:rPr lang="en-US" dirty="0"/>
              <a:t>LEFT ('academy',3)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err="1" smtClean="0"/>
              <a:t>layaraq</a:t>
            </a:r>
            <a:r>
              <a:rPr lang="en-US" dirty="0" smtClean="0"/>
              <a:t>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/>
              <a:t>ğ</a:t>
            </a:r>
            <a:r>
              <a:rPr lang="en-US" dirty="0" smtClean="0"/>
              <a:t>a </a:t>
            </a:r>
            <a:r>
              <a:rPr lang="en-US" dirty="0"/>
              <a:t>3 </a:t>
            </a:r>
            <a:r>
              <a:rPr lang="en-US" dirty="0" err="1"/>
              <a:t>simvol</a:t>
            </a:r>
            <a:r>
              <a:rPr lang="en-US" dirty="0"/>
              <a:t> 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err="1" smtClean="0"/>
              <a:t>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saxlayaca</a:t>
            </a:r>
            <a:r>
              <a:rPr lang="az-Latn-AZ" dirty="0" smtClean="0"/>
              <a:t>q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n</a:t>
            </a:r>
            <a:r>
              <a:rPr lang="az-Latn-AZ" dirty="0" smtClean="0"/>
              <a:t>ə</a:t>
            </a:r>
            <a:r>
              <a:rPr lang="en-US" dirty="0" smtClean="0"/>
              <a:t>tic</a:t>
            </a:r>
            <a:r>
              <a:rPr lang="az-Latn-AZ" dirty="0" smtClean="0"/>
              <a:t>ə</a:t>
            </a:r>
            <a:r>
              <a:rPr lang="en-US" dirty="0" err="1" smtClean="0"/>
              <a:t>si</a:t>
            </a:r>
            <a:r>
              <a:rPr lang="en-US" dirty="0"/>
              <a:t>=(aca)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252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LEN()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 ( </a:t>
            </a:r>
            <a:r>
              <a:rPr lang="en-US" dirty="0" err="1"/>
              <a:t>string_expression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the number of characters of the specified string expression, excluding trailing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LEN </a:t>
            </a:r>
            <a:r>
              <a:rPr lang="en-US" dirty="0"/>
              <a:t>('academy')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rin</a:t>
            </a:r>
            <a:r>
              <a:rPr lang="az-Latn-AZ" dirty="0" smtClean="0"/>
              <a:t>in</a:t>
            </a:r>
            <a:r>
              <a:rPr lang="en-US" dirty="0" smtClean="0"/>
              <a:t> say</a:t>
            </a:r>
            <a:r>
              <a:rPr lang="az-Latn-AZ" dirty="0" smtClean="0"/>
              <a:t>ı</a:t>
            </a:r>
            <a:r>
              <a:rPr lang="en-US" dirty="0" smtClean="0"/>
              <a:t>n</a:t>
            </a:r>
            <a:r>
              <a:rPr lang="az-Latn-AZ" dirty="0" smtClean="0"/>
              <a:t>ı</a:t>
            </a:r>
            <a:r>
              <a:rPr lang="en-US" dirty="0" smtClean="0"/>
              <a:t> biz</a:t>
            </a:r>
            <a:r>
              <a:rPr lang="az-Latn-AZ" dirty="0" smtClean="0"/>
              <a:t>ə</a:t>
            </a:r>
            <a:r>
              <a:rPr lang="en-US" dirty="0" smtClean="0"/>
              <a:t>  r</a:t>
            </a:r>
            <a:r>
              <a:rPr lang="az-Latn-AZ" dirty="0" smtClean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qaytarir</a:t>
            </a:r>
            <a:r>
              <a:rPr lang="az-Latn-AZ" dirty="0" smtClean="0"/>
              <a:t>.</a:t>
            </a:r>
            <a:r>
              <a:rPr lang="en-US" dirty="0" smtClean="0"/>
              <a:t> </a:t>
            </a:r>
            <a:r>
              <a:rPr lang="en-US" dirty="0"/>
              <a:t>academy=7 </a:t>
            </a:r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rfd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ibar</a:t>
            </a:r>
            <a:r>
              <a:rPr lang="az-Latn-AZ" dirty="0" smtClean="0"/>
              <a:t>ə</a:t>
            </a:r>
            <a:r>
              <a:rPr lang="en-US" dirty="0" err="1" smtClean="0"/>
              <a:t>tdir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281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LOWER()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expression after converting uppercase character data to lowercase.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 LO</a:t>
            </a:r>
            <a:r>
              <a:rPr lang="en-US" dirty="0" smtClean="0"/>
              <a:t>W</a:t>
            </a:r>
            <a:r>
              <a:rPr lang="az-Latn-AZ" dirty="0" smtClean="0"/>
              <a:t>ER</a:t>
            </a:r>
            <a:r>
              <a:rPr lang="en-US" dirty="0" smtClean="0"/>
              <a:t> ('Aca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</a:t>
            </a:r>
            <a:r>
              <a:rPr lang="en-US" dirty="0" smtClean="0"/>
              <a:t>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lm</a:t>
            </a:r>
            <a:r>
              <a:rPr lang="az-Latn-AZ" dirty="0" smtClean="0"/>
              <a:t>ış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err="1" smtClean="0"/>
              <a:t>rf</a:t>
            </a:r>
            <a:r>
              <a:rPr lang="az-Latn-AZ" dirty="0" smtClean="0"/>
              <a:t>ləri</a:t>
            </a:r>
            <a:r>
              <a:rPr lang="en-US" dirty="0" err="1" smtClean="0"/>
              <a:t>ni</a:t>
            </a:r>
            <a:r>
              <a:rPr lang="en-US" dirty="0" smtClean="0"/>
              <a:t> </a:t>
            </a:r>
            <a:r>
              <a:rPr lang="en-US" dirty="0" err="1" smtClean="0"/>
              <a:t>ki</a:t>
            </a:r>
            <a:r>
              <a:rPr lang="az-Latn-AZ" dirty="0" smtClean="0"/>
              <a:t>ç</a:t>
            </a:r>
            <a:r>
              <a:rPr lang="en-US" dirty="0" err="1" smtClean="0"/>
              <a:t>ik</a:t>
            </a:r>
            <a:r>
              <a:rPr lang="en-US" dirty="0" smtClean="0"/>
              <a:t> </a:t>
            </a:r>
            <a:r>
              <a:rPr lang="en-US" dirty="0" err="1" smtClean="0"/>
              <a:t>yazar</a:t>
            </a:r>
            <a:r>
              <a:rPr lang="az-Latn-AZ" dirty="0" smtClean="0"/>
              <a:t>a</a:t>
            </a:r>
            <a:r>
              <a:rPr lang="en-US" dirty="0" smtClean="0"/>
              <a:t>q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qaytaraca</a:t>
            </a:r>
            <a:r>
              <a:rPr lang="az-Latn-AZ" dirty="0" smtClean="0"/>
              <a:t>q.</a:t>
            </a:r>
            <a:r>
              <a:rPr lang="en-US" dirty="0" smtClean="0"/>
              <a:t> </a:t>
            </a:r>
            <a:r>
              <a:rPr lang="en-US" dirty="0"/>
              <a:t>(academy) </a:t>
            </a:r>
            <a:r>
              <a:rPr lang="az-Latn-AZ" dirty="0" smtClean="0"/>
              <a:t>ş</a:t>
            </a:r>
            <a:r>
              <a:rPr lang="az-Latn-AZ" dirty="0"/>
              <a:t>ə</a:t>
            </a:r>
            <a:r>
              <a:rPr lang="en-US" dirty="0" err="1" smtClean="0"/>
              <a:t>klind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smtClean="0"/>
              <a:t>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478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LTRIM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after it removes leading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LTRIM (</a:t>
            </a:r>
            <a:r>
              <a:rPr lang="en-US" dirty="0"/>
              <a:t>'</a:t>
            </a:r>
            <a:r>
              <a:rPr lang="en-US" dirty="0" smtClean="0"/>
              <a:t>              Academy</a:t>
            </a:r>
            <a:r>
              <a:rPr lang="en-US" dirty="0"/>
              <a:t>') </a:t>
            </a:r>
            <a:endParaRPr lang="az-Latn-AZ" dirty="0" smtClean="0"/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/>
              <a:t>ə</a:t>
            </a:r>
            <a:r>
              <a:rPr lang="en-US" dirty="0" smtClean="0"/>
              <a:t>k biz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('Academy')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err="1" smtClean="0"/>
              <a:t>kdir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118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REPLACE()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REPLACE ( </a:t>
            </a:r>
            <a:r>
              <a:rPr lang="en-US" dirty="0" err="1"/>
              <a:t>string_expression</a:t>
            </a:r>
            <a:r>
              <a:rPr lang="en-US" dirty="0"/>
              <a:t> , </a:t>
            </a:r>
            <a:r>
              <a:rPr lang="en-US" dirty="0" err="1"/>
              <a:t>string_pattern</a:t>
            </a:r>
            <a:r>
              <a:rPr lang="en-US" dirty="0"/>
              <a:t> , </a:t>
            </a:r>
            <a:r>
              <a:rPr lang="en-US" dirty="0" err="1"/>
              <a:t>string_replacement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Replaces </a:t>
            </a:r>
            <a:r>
              <a:rPr lang="en-US" dirty="0"/>
              <a:t>all occurrences of a specified string value with another string value.</a:t>
            </a:r>
          </a:p>
          <a:p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‘string’ 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rinin</a:t>
            </a:r>
            <a:r>
              <a:rPr lang="en-US" dirty="0" smtClean="0"/>
              <a:t> b</a:t>
            </a:r>
            <a:r>
              <a:rPr lang="az-Latn-AZ" dirty="0" smtClean="0"/>
              <a:t>ü</a:t>
            </a:r>
            <a:r>
              <a:rPr lang="en-US" dirty="0" smtClean="0"/>
              <a:t>t</a:t>
            </a:r>
            <a:r>
              <a:rPr lang="az-Latn-AZ" dirty="0" smtClean="0"/>
              <a:t>ü</a:t>
            </a:r>
            <a:r>
              <a:rPr lang="en-US" dirty="0" smtClean="0"/>
              <a:t>n </a:t>
            </a:r>
            <a:r>
              <a:rPr lang="en-US" dirty="0" err="1" smtClean="0"/>
              <a:t>oldu</a:t>
            </a:r>
            <a:r>
              <a:rPr lang="az-Latn-AZ" dirty="0" smtClean="0"/>
              <a:t>ğ</a:t>
            </a:r>
            <a:r>
              <a:rPr lang="en-US" dirty="0" smtClean="0"/>
              <a:t>u </a:t>
            </a:r>
            <a:r>
              <a:rPr lang="en-US" dirty="0" err="1"/>
              <a:t>yerleri</a:t>
            </a:r>
            <a:r>
              <a:rPr lang="en-US" dirty="0"/>
              <a:t> </a:t>
            </a:r>
            <a:r>
              <a:rPr lang="en-US" dirty="0" smtClean="0"/>
              <a:t>dig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/>
              <a:t>string 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az-Latn-AZ" dirty="0" smtClean="0"/>
              <a:t> i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r>
              <a:rPr lang="en-US" dirty="0" err="1"/>
              <a:t>.</a:t>
            </a:r>
            <a:endParaRPr lang="en-US" dirty="0"/>
          </a:p>
          <a:p>
            <a:r>
              <a:rPr lang="en-US" dirty="0"/>
              <a:t>Ex: SELECT REPLACE('</a:t>
            </a:r>
            <a:r>
              <a:rPr lang="en-US" dirty="0" err="1"/>
              <a:t>abcdefghicde</a:t>
            </a:r>
            <a:r>
              <a:rPr lang="en-US" dirty="0"/>
              <a:t>','</a:t>
            </a:r>
            <a:r>
              <a:rPr lang="en-US" dirty="0" err="1"/>
              <a:t>cde</a:t>
            </a:r>
            <a:r>
              <a:rPr lang="en-US" dirty="0"/>
              <a:t>','xxx');     ---   </a:t>
            </a:r>
            <a:r>
              <a:rPr lang="en-US" dirty="0" err="1"/>
              <a:t>abxxxfghixxx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41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REVERSE()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REVERSE ( </a:t>
            </a:r>
            <a:r>
              <a:rPr lang="en-US" dirty="0" err="1"/>
              <a:t>string_expression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the reverse order of a string value.</a:t>
            </a:r>
          </a:p>
          <a:p>
            <a:r>
              <a:rPr lang="en-US" dirty="0" err="1"/>
              <a:t>Verilmi</a:t>
            </a:r>
            <a:r>
              <a:rPr lang="az-Latn-AZ" dirty="0"/>
              <a:t>ş</a:t>
            </a:r>
            <a:r>
              <a:rPr lang="en-US" dirty="0"/>
              <a:t> </a:t>
            </a:r>
            <a:r>
              <a:rPr lang="az-Latn-AZ" dirty="0" smtClean="0"/>
              <a:t>s</a:t>
            </a:r>
            <a:r>
              <a:rPr lang="en-US" dirty="0" err="1" smtClean="0"/>
              <a:t>tring’in</a:t>
            </a:r>
            <a:r>
              <a:rPr lang="en-US" dirty="0" smtClean="0"/>
              <a:t> </a:t>
            </a:r>
            <a:r>
              <a:rPr lang="az-Latn-AZ" dirty="0" err="1"/>
              <a:t>ə</a:t>
            </a:r>
            <a:r>
              <a:rPr lang="en-US" dirty="0" err="1" smtClean="0"/>
              <a:t>ksini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endParaRPr lang="en-US" dirty="0"/>
          </a:p>
          <a:p>
            <a:r>
              <a:rPr lang="en-US" dirty="0"/>
              <a:t>Ex: SELECT REVERSE ( '</a:t>
            </a:r>
            <a:r>
              <a:rPr lang="en-US" dirty="0" err="1"/>
              <a:t>abbbbbbe</a:t>
            </a:r>
            <a:r>
              <a:rPr lang="en-US" dirty="0"/>
              <a:t>' ); --- </a:t>
            </a:r>
            <a:r>
              <a:rPr lang="en-US" dirty="0" err="1"/>
              <a:t>ebbbbbba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82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RIGHT()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RIGHT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right part of a character string with the specified number of characters.</a:t>
            </a:r>
          </a:p>
          <a:p>
            <a:r>
              <a:rPr lang="en-US" dirty="0" err="1" smtClean="0"/>
              <a:t>Verilmi</a:t>
            </a:r>
            <a:r>
              <a:rPr lang="az-Latn-AZ" dirty="0"/>
              <a:t>ş</a:t>
            </a:r>
            <a:r>
              <a:rPr lang="en-US" dirty="0" smtClean="0"/>
              <a:t> </a:t>
            </a:r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r</a:t>
            </a:r>
            <a:r>
              <a:rPr lang="az-Latn-AZ" dirty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character’ini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RIGHT ( '</a:t>
            </a:r>
            <a:r>
              <a:rPr lang="en-US" dirty="0" err="1"/>
              <a:t>manchester</a:t>
            </a:r>
            <a:r>
              <a:rPr lang="en-US" dirty="0"/>
              <a:t>' , 4 ); --- </a:t>
            </a:r>
            <a:r>
              <a:rPr lang="en-US" dirty="0" err="1"/>
              <a:t>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34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RTRIM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string after truncating all trailing spaces.</a:t>
            </a:r>
          </a:p>
          <a:p>
            <a:r>
              <a:rPr lang="en-US" dirty="0" err="1"/>
              <a:t>Sonda</a:t>
            </a:r>
            <a:r>
              <a:rPr lang="en-US" dirty="0"/>
              <a:t> </a:t>
            </a:r>
            <a:r>
              <a:rPr lang="en-US" dirty="0" smtClean="0"/>
              <a:t>g</a:t>
            </a:r>
            <a:r>
              <a:rPr lang="az-Latn-AZ" dirty="0" smtClean="0"/>
              <a:t>ə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RTRIM ( '</a:t>
            </a:r>
            <a:r>
              <a:rPr lang="en-US" dirty="0" err="1"/>
              <a:t>manchester</a:t>
            </a:r>
            <a:r>
              <a:rPr lang="en-US" dirty="0"/>
              <a:t>        ' ); --- </a:t>
            </a:r>
            <a:r>
              <a:rPr lang="en-US" dirty="0" err="1" smtClean="0"/>
              <a:t>manchester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355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SOUNDEX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four-character (SOUNDEX) code to evaluate the similarity of two strings.</a:t>
            </a:r>
          </a:p>
          <a:p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</a:t>
            </a:r>
            <a:r>
              <a:rPr lang="en-US" dirty="0"/>
              <a:t>4 </a:t>
            </a:r>
            <a:r>
              <a:rPr lang="en-US" dirty="0" smtClean="0"/>
              <a:t>r</a:t>
            </a:r>
            <a:r>
              <a:rPr lang="az-Latn-AZ" dirty="0" smtClean="0"/>
              <a:t>əqə</a:t>
            </a:r>
            <a:r>
              <a:rPr lang="en-US" dirty="0" smtClean="0"/>
              <a:t>mli </a:t>
            </a:r>
            <a:r>
              <a:rPr lang="en-US" dirty="0"/>
              <a:t>SOUNDEX </a:t>
            </a:r>
            <a:r>
              <a:rPr lang="en-US" dirty="0" err="1"/>
              <a:t>kodunu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, </a:t>
            </a:r>
            <a:r>
              <a:rPr lang="en-US" dirty="0" err="1" smtClean="0"/>
              <a:t>hans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ki</a:t>
            </a:r>
            <a:r>
              <a:rPr lang="en-US" dirty="0"/>
              <a:t>, </a:t>
            </a:r>
            <a:r>
              <a:rPr lang="en-US" dirty="0" err="1"/>
              <a:t>iki</a:t>
            </a:r>
            <a:r>
              <a:rPr lang="en-US" dirty="0"/>
              <a:t> </a:t>
            </a:r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f</a:t>
            </a:r>
            <a:r>
              <a:rPr lang="az-Latn-AZ" dirty="0" smtClean="0"/>
              <a:t>ə</a:t>
            </a:r>
            <a:r>
              <a:rPr lang="en-US" dirty="0" err="1" smtClean="0"/>
              <a:t>qlilikl</a:t>
            </a:r>
            <a:r>
              <a:rPr lang="az-Latn-AZ" dirty="0" smtClean="0"/>
              <a:t>ə</a:t>
            </a:r>
            <a:r>
              <a:rPr lang="en-US" dirty="0" err="1" smtClean="0"/>
              <a:t>rini</a:t>
            </a:r>
            <a:r>
              <a:rPr lang="en-US" dirty="0" smtClean="0"/>
              <a:t> b</a:t>
            </a:r>
            <a:r>
              <a:rPr lang="az-Latn-AZ" dirty="0" smtClean="0"/>
              <a:t>ə</a:t>
            </a:r>
            <a:r>
              <a:rPr lang="en-US" dirty="0" err="1" smtClean="0"/>
              <a:t>lirl</a:t>
            </a:r>
            <a:r>
              <a:rPr lang="az-Latn-AZ" dirty="0" smtClean="0"/>
              <a:t>ə</a:t>
            </a:r>
            <a:r>
              <a:rPr lang="en-US" dirty="0" smtClean="0"/>
              <a:t>m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az-Latn-AZ" dirty="0" smtClean="0"/>
              <a:t>üçü</a:t>
            </a:r>
            <a:r>
              <a:rPr lang="en-US" dirty="0" smtClean="0"/>
              <a:t>n </a:t>
            </a:r>
            <a:r>
              <a:rPr lang="en-US" dirty="0" err="1" smtClean="0"/>
              <a:t>istifad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olunur</a:t>
            </a:r>
            <a:r>
              <a:rPr lang="en-US" dirty="0"/>
              <a:t>.</a:t>
            </a:r>
          </a:p>
          <a:p>
            <a:r>
              <a:rPr lang="en-US" dirty="0"/>
              <a:t>Ex: SELECT SOUNDEX ('Smith`s'); --- S532</a:t>
            </a:r>
          </a:p>
        </p:txBody>
      </p:sp>
    </p:spTree>
    <p:extLst>
      <p:ext uri="{BB962C8B-B14F-4D97-AF65-F5344CB8AC3E}">
        <p14:creationId xmlns:p14="http://schemas.microsoft.com/office/powerpoint/2010/main" val="2121278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- SOUNDEX </a:t>
            </a:r>
            <a:r>
              <a:rPr lang="en-US" dirty="0" err="1"/>
              <a:t>bir-birinə</a:t>
            </a:r>
            <a:r>
              <a:rPr lang="en-US" dirty="0"/>
              <a:t> </a:t>
            </a:r>
            <a:r>
              <a:rPr lang="en-US" dirty="0" err="1"/>
              <a:t>səs</a:t>
            </a:r>
            <a:r>
              <a:rPr lang="en-US" dirty="0"/>
              <a:t> </a:t>
            </a:r>
            <a:r>
              <a:rPr lang="en-US" dirty="0" err="1"/>
              <a:t>bənzərliyi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sözləri</a:t>
            </a:r>
            <a:r>
              <a:rPr lang="en-US" dirty="0"/>
              <a:t> </a:t>
            </a:r>
            <a:r>
              <a:rPr lang="en-US" dirty="0" err="1"/>
              <a:t>tapmamızı</a:t>
            </a:r>
            <a:r>
              <a:rPr lang="en-US" dirty="0"/>
              <a:t> </a:t>
            </a:r>
            <a:r>
              <a:rPr lang="en-US" dirty="0" err="1"/>
              <a:t>təmin</a:t>
            </a:r>
            <a:r>
              <a:rPr lang="en-US" dirty="0"/>
              <a:t> </a:t>
            </a:r>
            <a:r>
              <a:rPr lang="en-US" dirty="0" err="1"/>
              <a:t>edən</a:t>
            </a:r>
            <a:r>
              <a:rPr lang="en-US" dirty="0"/>
              <a:t> </a:t>
            </a:r>
            <a:r>
              <a:rPr lang="en-US" dirty="0" err="1"/>
              <a:t>sadə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alqoritmadır</a:t>
            </a:r>
            <a:r>
              <a:rPr lang="en-US" dirty="0"/>
              <a:t>. Bu </a:t>
            </a:r>
            <a:r>
              <a:rPr lang="en-US" dirty="0" err="1"/>
              <a:t>alqoritma</a:t>
            </a:r>
            <a:r>
              <a:rPr lang="en-US" dirty="0"/>
              <a:t> 5 </a:t>
            </a:r>
            <a:r>
              <a:rPr lang="en-US" dirty="0" err="1"/>
              <a:t>təməl</a:t>
            </a:r>
            <a:r>
              <a:rPr lang="en-US" dirty="0"/>
              <a:t> </a:t>
            </a:r>
            <a:r>
              <a:rPr lang="en-US" dirty="0" err="1"/>
              <a:t>mərhələdən</a:t>
            </a:r>
            <a:r>
              <a:rPr lang="en-US" dirty="0"/>
              <a:t> </a:t>
            </a:r>
            <a:r>
              <a:rPr lang="en-US" dirty="0" err="1"/>
              <a:t>ibarətdir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Sözün</a:t>
            </a:r>
            <a:r>
              <a:rPr lang="en-US" dirty="0"/>
              <a:t> ilk </a:t>
            </a:r>
            <a:r>
              <a:rPr lang="en-US" dirty="0" err="1"/>
              <a:t>hərfi</a:t>
            </a:r>
            <a:r>
              <a:rPr lang="en-US" dirty="0"/>
              <a:t> </a:t>
            </a:r>
            <a:r>
              <a:rPr lang="en-US" dirty="0" err="1"/>
              <a:t>olduğu</a:t>
            </a:r>
            <a:r>
              <a:rPr lang="en-US" dirty="0"/>
              <a:t>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qalır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2) İlk </a:t>
            </a:r>
            <a:r>
              <a:rPr lang="en-US" dirty="0" err="1"/>
              <a:t>hərf</a:t>
            </a:r>
            <a:r>
              <a:rPr lang="en-US" dirty="0"/>
              <a:t> </a:t>
            </a:r>
            <a:r>
              <a:rPr lang="en-US" dirty="0" err="1"/>
              <a:t>xaricindəki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</a:t>
            </a:r>
            <a:r>
              <a:rPr lang="en-US" dirty="0" err="1"/>
              <a:t>arasından</a:t>
            </a:r>
            <a:r>
              <a:rPr lang="en-US" dirty="0"/>
              <a:t> A, E, H, I, O, U, W, Y </a:t>
            </a:r>
            <a:r>
              <a:rPr lang="en-US" dirty="0" err="1"/>
              <a:t>hərfləri</a:t>
            </a:r>
            <a:r>
              <a:rPr lang="en-US" dirty="0"/>
              <a:t> </a:t>
            </a:r>
            <a:r>
              <a:rPr lang="en-US" dirty="0" err="1"/>
              <a:t>çıxarılır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3) İlk </a:t>
            </a:r>
            <a:r>
              <a:rPr lang="en-US" dirty="0" err="1"/>
              <a:t>hərfdən</a:t>
            </a:r>
            <a:r>
              <a:rPr lang="en-US" dirty="0"/>
              <a:t> </a:t>
            </a:r>
            <a:r>
              <a:rPr lang="en-US" dirty="0" err="1"/>
              <a:t>sonra</a:t>
            </a:r>
            <a:r>
              <a:rPr lang="en-US" dirty="0"/>
              <a:t> </a:t>
            </a:r>
            <a:r>
              <a:rPr lang="en-US" dirty="0" err="1"/>
              <a:t>gələn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</a:t>
            </a:r>
            <a:r>
              <a:rPr lang="en-US" dirty="0" err="1"/>
              <a:t>aşağıdakı</a:t>
            </a:r>
            <a:r>
              <a:rPr lang="en-US" dirty="0"/>
              <a:t> </a:t>
            </a:r>
            <a:r>
              <a:rPr lang="en-US" dirty="0" err="1"/>
              <a:t>siyahıya</a:t>
            </a:r>
            <a:r>
              <a:rPr lang="en-US" dirty="0"/>
              <a:t> </a:t>
            </a:r>
            <a:r>
              <a:rPr lang="en-US" dirty="0" err="1"/>
              <a:t>uyğun</a:t>
            </a:r>
            <a:r>
              <a:rPr lang="en-US" dirty="0"/>
              <a:t>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nömrələrə</a:t>
            </a:r>
            <a:r>
              <a:rPr lang="en-US" dirty="0"/>
              <a:t> </a:t>
            </a:r>
            <a:r>
              <a:rPr lang="en-US" dirty="0" err="1"/>
              <a:t>çevrilirlər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4) Yan-</a:t>
            </a:r>
            <a:r>
              <a:rPr lang="en-US" dirty="0" err="1"/>
              <a:t>yana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hərf</a:t>
            </a:r>
            <a:r>
              <a:rPr lang="en-US" dirty="0"/>
              <a:t> yada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nömrəyə</a:t>
            </a:r>
            <a:r>
              <a:rPr lang="en-US" dirty="0"/>
              <a:t> </a:t>
            </a:r>
            <a:r>
              <a:rPr lang="en-US" dirty="0" err="1"/>
              <a:t>məxsus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hərflər</a:t>
            </a:r>
            <a:r>
              <a:rPr lang="en-US" dirty="0"/>
              <a:t>  </a:t>
            </a:r>
            <a:r>
              <a:rPr lang="en-US" dirty="0" err="1"/>
              <a:t>yenə</a:t>
            </a:r>
            <a:r>
              <a:rPr lang="en-US" dirty="0"/>
              <a:t> </a:t>
            </a:r>
            <a:r>
              <a:rPr lang="en-US" dirty="0" err="1"/>
              <a:t>eyni</a:t>
            </a:r>
            <a:r>
              <a:rPr lang="en-US" dirty="0"/>
              <a:t> </a:t>
            </a:r>
            <a:r>
              <a:rPr lang="en-US" dirty="0" err="1"/>
              <a:t>nömrə</a:t>
            </a:r>
            <a:r>
              <a:rPr lang="en-US" dirty="0"/>
              <a:t> </a:t>
            </a:r>
            <a:r>
              <a:rPr lang="en-US" dirty="0" err="1"/>
              <a:t>daxilində</a:t>
            </a:r>
            <a:r>
              <a:rPr lang="en-US" dirty="0"/>
              <a:t> </a:t>
            </a:r>
            <a:r>
              <a:rPr lang="en-US" dirty="0" err="1"/>
              <a:t>kodlanır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5) </a:t>
            </a:r>
            <a:r>
              <a:rPr lang="en-US" dirty="0" err="1"/>
              <a:t>Kodlanacaq</a:t>
            </a:r>
            <a:r>
              <a:rPr lang="en-US" dirty="0"/>
              <a:t> </a:t>
            </a:r>
            <a:r>
              <a:rPr lang="en-US" dirty="0" err="1"/>
              <a:t>söz</a:t>
            </a:r>
            <a:r>
              <a:rPr lang="en-US" dirty="0"/>
              <a:t>  4 </a:t>
            </a:r>
            <a:r>
              <a:rPr lang="en-US" dirty="0" err="1"/>
              <a:t>rəqəmli</a:t>
            </a:r>
            <a:r>
              <a:rPr lang="en-US" dirty="0"/>
              <a:t> </a:t>
            </a:r>
            <a:r>
              <a:rPr lang="en-US" dirty="0" err="1"/>
              <a:t>olana</a:t>
            </a:r>
            <a:r>
              <a:rPr lang="en-US" dirty="0"/>
              <a:t> </a:t>
            </a:r>
            <a:r>
              <a:rPr lang="en-US" dirty="0" err="1"/>
              <a:t>qədər</a:t>
            </a:r>
            <a:r>
              <a:rPr lang="en-US" dirty="0"/>
              <a:t> </a:t>
            </a:r>
            <a:r>
              <a:rPr lang="en-US" dirty="0" err="1"/>
              <a:t>digər</a:t>
            </a:r>
            <a:r>
              <a:rPr lang="en-US" dirty="0"/>
              <a:t> </a:t>
            </a:r>
            <a:r>
              <a:rPr lang="en-US" dirty="0" err="1"/>
              <a:t>xarakterlər</a:t>
            </a:r>
            <a:r>
              <a:rPr lang="en-US" dirty="0"/>
              <a:t> 0 </a:t>
            </a:r>
            <a:r>
              <a:rPr lang="en-US" dirty="0" err="1"/>
              <a:t>ilə</a:t>
            </a:r>
            <a:r>
              <a:rPr lang="en-US" dirty="0"/>
              <a:t> </a:t>
            </a:r>
            <a:r>
              <a:rPr lang="en-US" dirty="0" err="1"/>
              <a:t>tamamlanır</a:t>
            </a:r>
            <a:r>
              <a:rPr lang="en-US" dirty="0"/>
              <a:t>.</a:t>
            </a:r>
          </a:p>
          <a:p>
            <a:r>
              <a:rPr lang="en-US" dirty="0"/>
              <a:t>(B,F,V,P  = 1); (C,G,J,K,Q,S,X,Z = 2); (D,T = 3); (L = 4);  (M,N = 5);  (R = 6</a:t>
            </a:r>
            <a:r>
              <a:rPr lang="en-US" dirty="0" smtClean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75121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Ex: SELECT SOUNDEX ('</a:t>
            </a:r>
            <a:r>
              <a:rPr lang="en-US" dirty="0" err="1"/>
              <a:t>Mirabdulla</a:t>
            </a:r>
            <a:r>
              <a:rPr lang="en-US" dirty="0"/>
              <a:t>'); --- M613 </a:t>
            </a:r>
          </a:p>
          <a:p>
            <a:r>
              <a:rPr lang="en-US" dirty="0"/>
              <a:t>-</a:t>
            </a:r>
            <a:r>
              <a:rPr lang="en-US" dirty="0" err="1"/>
              <a:t>Burada</a:t>
            </a:r>
            <a:r>
              <a:rPr lang="en-US" dirty="0"/>
              <a:t> ilk </a:t>
            </a:r>
            <a:r>
              <a:rPr lang="en-US" dirty="0" err="1"/>
              <a:t>hərf</a:t>
            </a:r>
            <a:r>
              <a:rPr lang="en-US" dirty="0"/>
              <a:t> "M" </a:t>
            </a:r>
            <a:r>
              <a:rPr lang="en-US" dirty="0" err="1"/>
              <a:t>olduğu</a:t>
            </a:r>
            <a:r>
              <a:rPr lang="en-US" dirty="0"/>
              <a:t> </a:t>
            </a:r>
            <a:r>
              <a:rPr lang="en-US" dirty="0" err="1"/>
              <a:t>kimi</a:t>
            </a:r>
            <a:r>
              <a:rPr lang="en-US" dirty="0"/>
              <a:t> </a:t>
            </a:r>
            <a:r>
              <a:rPr lang="en-US" dirty="0" err="1"/>
              <a:t>qalır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-İ,A,U </a:t>
            </a:r>
            <a:r>
              <a:rPr lang="en-US" dirty="0" err="1"/>
              <a:t>hərfləri</a:t>
            </a:r>
            <a:r>
              <a:rPr lang="en-US" dirty="0"/>
              <a:t> </a:t>
            </a:r>
            <a:r>
              <a:rPr lang="en-US" dirty="0" err="1"/>
              <a:t>çıxarılır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-R </a:t>
            </a:r>
            <a:r>
              <a:rPr lang="en-US" dirty="0" err="1"/>
              <a:t>hərfi</a:t>
            </a:r>
            <a:r>
              <a:rPr lang="en-US" dirty="0"/>
              <a:t> 6, B </a:t>
            </a:r>
            <a:r>
              <a:rPr lang="en-US" dirty="0" err="1"/>
              <a:t>hərfi</a:t>
            </a:r>
            <a:r>
              <a:rPr lang="en-US" dirty="0"/>
              <a:t> 1, D </a:t>
            </a:r>
            <a:r>
              <a:rPr lang="en-US" dirty="0" err="1"/>
              <a:t>hərfi</a:t>
            </a:r>
            <a:r>
              <a:rPr lang="en-US" dirty="0"/>
              <a:t> 3 </a:t>
            </a:r>
            <a:r>
              <a:rPr lang="en-US" dirty="0" err="1"/>
              <a:t>dəyərlərinə</a:t>
            </a:r>
            <a:r>
              <a:rPr lang="en-US" dirty="0"/>
              <a:t> </a:t>
            </a:r>
            <a:r>
              <a:rPr lang="en-US" dirty="0" err="1"/>
              <a:t>çevrilir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/>
              <a:t>Artıq</a:t>
            </a:r>
            <a:r>
              <a:rPr lang="en-US" dirty="0"/>
              <a:t> 4 </a:t>
            </a:r>
            <a:r>
              <a:rPr lang="en-US" dirty="0" err="1"/>
              <a:t>xarakter</a:t>
            </a:r>
            <a:r>
              <a:rPr lang="en-US" dirty="0"/>
              <a:t> </a:t>
            </a:r>
            <a:r>
              <a:rPr lang="en-US" dirty="0" err="1"/>
              <a:t>aldığımız</a:t>
            </a:r>
            <a:r>
              <a:rPr lang="en-US" dirty="0"/>
              <a:t>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digər</a:t>
            </a:r>
            <a:r>
              <a:rPr lang="en-US" dirty="0"/>
              <a:t> </a:t>
            </a:r>
            <a:r>
              <a:rPr lang="en-US" dirty="0" err="1"/>
              <a:t>iki</a:t>
            </a:r>
            <a:r>
              <a:rPr lang="en-US" dirty="0"/>
              <a:t> L </a:t>
            </a:r>
            <a:r>
              <a:rPr lang="en-US" dirty="0" err="1"/>
              <a:t>hərfi</a:t>
            </a:r>
            <a:r>
              <a:rPr lang="en-US" dirty="0"/>
              <a:t> </a:t>
            </a:r>
            <a:r>
              <a:rPr lang="en-US" dirty="0" err="1"/>
              <a:t>çıxarılmış</a:t>
            </a:r>
            <a:r>
              <a:rPr lang="en-US" dirty="0"/>
              <a:t> </a:t>
            </a:r>
            <a:r>
              <a:rPr lang="en-US" dirty="0" err="1"/>
              <a:t>olur</a:t>
            </a:r>
            <a:r>
              <a:rPr lang="en-US" dirty="0" smtClean="0"/>
              <a:t>.</a:t>
            </a:r>
          </a:p>
          <a:p>
            <a:r>
              <a:rPr lang="en-US" dirty="0" err="1"/>
              <a:t>Qeyd</a:t>
            </a:r>
            <a:r>
              <a:rPr lang="en-US" dirty="0"/>
              <a:t> </a:t>
            </a:r>
            <a:r>
              <a:rPr lang="en-US" dirty="0" err="1"/>
              <a:t>edim</a:t>
            </a:r>
            <a:r>
              <a:rPr lang="en-US" dirty="0"/>
              <a:t> </a:t>
            </a:r>
            <a:r>
              <a:rPr lang="en-US" dirty="0" err="1"/>
              <a:t>ki</a:t>
            </a:r>
            <a:r>
              <a:rPr lang="en-US" dirty="0"/>
              <a:t>,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algoritma</a:t>
            </a:r>
            <a:r>
              <a:rPr lang="en-US" dirty="0"/>
              <a:t> </a:t>
            </a:r>
            <a:r>
              <a:rPr lang="en-US" dirty="0" err="1"/>
              <a:t>yalnız</a:t>
            </a:r>
            <a:r>
              <a:rPr lang="en-US" dirty="0"/>
              <a:t> </a:t>
            </a:r>
            <a:r>
              <a:rPr lang="en-US" dirty="0" err="1"/>
              <a:t>ingilis</a:t>
            </a:r>
            <a:r>
              <a:rPr lang="en-US" dirty="0"/>
              <a:t> </a:t>
            </a:r>
            <a:r>
              <a:rPr lang="en-US" dirty="0" err="1"/>
              <a:t>hərflərini</a:t>
            </a:r>
            <a:r>
              <a:rPr lang="en-US" dirty="0"/>
              <a:t> </a:t>
            </a:r>
            <a:r>
              <a:rPr lang="en-US" dirty="0" err="1"/>
              <a:t>dəstəklədiyi</a:t>
            </a:r>
            <a:r>
              <a:rPr lang="en-US" dirty="0"/>
              <a:t>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Azərbaycan</a:t>
            </a:r>
            <a:r>
              <a:rPr lang="en-US" dirty="0"/>
              <a:t> </a:t>
            </a:r>
            <a:r>
              <a:rPr lang="en-US" dirty="0" err="1"/>
              <a:t>dilinə</a:t>
            </a:r>
            <a:r>
              <a:rPr lang="en-US" dirty="0"/>
              <a:t> </a:t>
            </a:r>
            <a:r>
              <a:rPr lang="en-US" dirty="0" err="1"/>
              <a:t>məxsus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hərifləri</a:t>
            </a:r>
            <a:r>
              <a:rPr lang="en-US" dirty="0"/>
              <a:t> </a:t>
            </a:r>
            <a:r>
              <a:rPr lang="en-US" dirty="0" err="1"/>
              <a:t>ingilis</a:t>
            </a:r>
            <a:r>
              <a:rPr lang="en-US" dirty="0"/>
              <a:t> </a:t>
            </a:r>
            <a:r>
              <a:rPr lang="en-US" dirty="0" err="1"/>
              <a:t>hərflərinin</a:t>
            </a:r>
            <a:r>
              <a:rPr lang="en-US" dirty="0"/>
              <a:t> </a:t>
            </a:r>
            <a:r>
              <a:rPr lang="en-US" dirty="0" err="1"/>
              <a:t>görünüşcə</a:t>
            </a:r>
            <a:r>
              <a:rPr lang="en-US" dirty="0"/>
              <a:t> </a:t>
            </a:r>
            <a:r>
              <a:rPr lang="en-US" dirty="0" err="1"/>
              <a:t>bənzərləri</a:t>
            </a:r>
            <a:r>
              <a:rPr lang="en-US" dirty="0"/>
              <a:t> </a:t>
            </a:r>
            <a:r>
              <a:rPr lang="en-US" dirty="0" err="1"/>
              <a:t>olanlar</a:t>
            </a:r>
            <a:r>
              <a:rPr lang="en-US" dirty="0"/>
              <a:t> </a:t>
            </a:r>
            <a:r>
              <a:rPr lang="en-US" dirty="0" err="1"/>
              <a:t>ilə</a:t>
            </a:r>
            <a:r>
              <a:rPr lang="en-US" dirty="0"/>
              <a:t> </a:t>
            </a:r>
            <a:r>
              <a:rPr lang="en-US" dirty="0" err="1"/>
              <a:t>dəyişdirməli</a:t>
            </a:r>
            <a:r>
              <a:rPr lang="en-US" dirty="0"/>
              <a:t> </a:t>
            </a:r>
            <a:r>
              <a:rPr lang="en-US" dirty="0" err="1"/>
              <a:t>oluruq</a:t>
            </a:r>
            <a:r>
              <a:rPr lang="en-US" dirty="0"/>
              <a:t>.</a:t>
            </a:r>
          </a:p>
          <a:p>
            <a:r>
              <a:rPr lang="en-US" dirty="0" err="1"/>
              <a:t>exp</a:t>
            </a:r>
            <a:r>
              <a:rPr lang="en-US" dirty="0"/>
              <a:t> = </a:t>
            </a:r>
            <a:r>
              <a:rPr lang="en-US" dirty="0" err="1"/>
              <a:t>exp.Replace</a:t>
            </a:r>
            <a:r>
              <a:rPr lang="en-US" dirty="0"/>
              <a:t>("Ə", "E</a:t>
            </a:r>
            <a:r>
              <a:rPr lang="en-US" dirty="0" smtClean="0"/>
              <a:t>");</a:t>
            </a:r>
            <a:r>
              <a:rPr lang="en-US" dirty="0"/>
              <a:t> </a:t>
            </a:r>
            <a:r>
              <a:rPr lang="en-US" dirty="0" err="1"/>
              <a:t>exp</a:t>
            </a:r>
            <a:r>
              <a:rPr lang="en-US" dirty="0"/>
              <a:t> = </a:t>
            </a:r>
            <a:r>
              <a:rPr lang="en-US" dirty="0" err="1"/>
              <a:t>exp.Replace</a:t>
            </a:r>
            <a:r>
              <a:rPr lang="en-US" dirty="0"/>
              <a:t>("Ğ", "G</a:t>
            </a:r>
            <a:r>
              <a:rPr lang="en-US" dirty="0" smtClean="0"/>
              <a:t>"); </a:t>
            </a:r>
            <a:r>
              <a:rPr lang="az-Latn-AZ" dirty="0" smtClean="0"/>
              <a:t>və 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000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SPACE (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string of repeated spaces.</a:t>
            </a:r>
          </a:p>
          <a:p>
            <a:r>
              <a:rPr lang="az-Latn-AZ" dirty="0" smtClean="0"/>
              <a:t>Verilən sözlər arasında</a:t>
            </a:r>
            <a:r>
              <a:rPr lang="en-US" dirty="0" smtClean="0"/>
              <a:t> </a:t>
            </a:r>
            <a:r>
              <a:rPr lang="en-US" dirty="0" err="1"/>
              <a:t>nə</a:t>
            </a:r>
            <a:r>
              <a:rPr lang="en-US" dirty="0"/>
              <a:t> </a:t>
            </a:r>
            <a:r>
              <a:rPr lang="en-US" dirty="0" err="1"/>
              <a:t>qədər</a:t>
            </a:r>
            <a:r>
              <a:rPr lang="en-US" dirty="0"/>
              <a:t> </a:t>
            </a:r>
            <a:r>
              <a:rPr lang="en-US" dirty="0" err="1"/>
              <a:t>boşluq</a:t>
            </a:r>
            <a:r>
              <a:rPr lang="en-US" dirty="0"/>
              <a:t> </a:t>
            </a:r>
            <a:r>
              <a:rPr lang="en-US" dirty="0" err="1"/>
              <a:t>buraxılacağını</a:t>
            </a:r>
            <a:r>
              <a:rPr lang="en-US" dirty="0"/>
              <a:t> </a:t>
            </a:r>
            <a:r>
              <a:rPr lang="en-US" dirty="0" err="1"/>
              <a:t>göstərir</a:t>
            </a:r>
            <a:r>
              <a:rPr lang="en-US" dirty="0" smtClean="0"/>
              <a:t>.</a:t>
            </a:r>
            <a:r>
              <a:rPr lang="az-Latn-AZ" dirty="0" smtClean="0"/>
              <a:t> </a:t>
            </a:r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az-Latn-AZ" dirty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d </a:t>
            </a:r>
            <a:r>
              <a:rPr lang="az-Latn-AZ" dirty="0" smtClean="0"/>
              <a:t>sayı 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/>
              <a:t>ə</a:t>
            </a:r>
            <a:r>
              <a:rPr lang="en-US" dirty="0" smtClean="0"/>
              <a:t>r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CONCAT('</a:t>
            </a:r>
            <a:r>
              <a:rPr lang="en-US" dirty="0" err="1"/>
              <a:t>aaa</a:t>
            </a:r>
            <a:r>
              <a:rPr lang="en-US" dirty="0"/>
              <a:t>',SPACE(5),'</a:t>
            </a:r>
            <a:r>
              <a:rPr lang="en-US" dirty="0" err="1"/>
              <a:t>bbb</a:t>
            </a:r>
            <a:r>
              <a:rPr lang="en-US" dirty="0"/>
              <a:t>') --- </a:t>
            </a:r>
            <a:r>
              <a:rPr lang="en-US" dirty="0" smtClean="0"/>
              <a:t>‘</a:t>
            </a:r>
            <a:r>
              <a:rPr lang="en-US" dirty="0" err="1" smtClean="0"/>
              <a:t>aaa</a:t>
            </a:r>
            <a:r>
              <a:rPr lang="en-US" dirty="0" smtClean="0"/>
              <a:t>     </a:t>
            </a:r>
            <a:r>
              <a:rPr lang="en-US" dirty="0" err="1" smtClean="0"/>
              <a:t>bbb</a:t>
            </a:r>
            <a:r>
              <a:rPr lang="en-US" dirty="0" smtClean="0"/>
              <a:t>’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0046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z-Latn-AZ" dirty="0" smtClean="0"/>
              <a:t>STR()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STR </a:t>
            </a:r>
            <a:r>
              <a:rPr lang="en-US" dirty="0" err="1"/>
              <a:t>funksiyası</a:t>
            </a:r>
            <a:r>
              <a:rPr lang="en-US" dirty="0"/>
              <a:t> float,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növlərində</a:t>
            </a:r>
            <a:r>
              <a:rPr lang="en-US" dirty="0"/>
              <a:t> </a:t>
            </a:r>
            <a:r>
              <a:rPr lang="en-US" dirty="0" err="1"/>
              <a:t>olmaqla</a:t>
            </a:r>
            <a:r>
              <a:rPr lang="en-US" dirty="0"/>
              <a:t> 3 </a:t>
            </a:r>
            <a:r>
              <a:rPr lang="en-US" dirty="0" err="1"/>
              <a:t>parametr</a:t>
            </a:r>
            <a:r>
              <a:rPr lang="en-US" dirty="0"/>
              <a:t> </a:t>
            </a:r>
            <a:r>
              <a:rPr lang="en-US" dirty="0" err="1"/>
              <a:t>alıb</a:t>
            </a:r>
            <a:r>
              <a:rPr lang="en-US" dirty="0"/>
              <a:t> float </a:t>
            </a:r>
            <a:r>
              <a:rPr lang="en-US" dirty="0" err="1"/>
              <a:t>dəyərini</a:t>
            </a:r>
            <a:r>
              <a:rPr lang="en-US" dirty="0"/>
              <a:t> string </a:t>
            </a:r>
            <a:r>
              <a:rPr lang="en-US" dirty="0" err="1"/>
              <a:t>növünə</a:t>
            </a:r>
            <a:r>
              <a:rPr lang="en-US" dirty="0"/>
              <a:t> </a:t>
            </a:r>
            <a:r>
              <a:rPr lang="en-US" dirty="0" err="1"/>
              <a:t>çevirər</a:t>
            </a:r>
            <a:r>
              <a:rPr lang="en-US" dirty="0"/>
              <a:t>.</a:t>
            </a:r>
          </a:p>
          <a:p>
            <a:r>
              <a:rPr lang="az-Latn-AZ" dirty="0" smtClean="0"/>
              <a:t>Ex</a:t>
            </a:r>
            <a:r>
              <a:rPr lang="en-US" dirty="0" smtClean="0"/>
              <a:t>: SELECT </a:t>
            </a:r>
            <a:r>
              <a:rPr lang="en-US" dirty="0"/>
              <a:t>STR(125.758,3,2</a:t>
            </a:r>
            <a:r>
              <a:rPr lang="en-US" dirty="0" smtClean="0"/>
              <a:t>) --- 126</a:t>
            </a:r>
            <a:endParaRPr lang="en-US" dirty="0"/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5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STRING_AGG()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 </a:t>
            </a:r>
            <a:r>
              <a:rPr lang="en-US" dirty="0" err="1"/>
              <a:t>ifadələrinin</a:t>
            </a:r>
            <a:r>
              <a:rPr lang="en-US" dirty="0"/>
              <a:t> </a:t>
            </a:r>
            <a:r>
              <a:rPr lang="en-US" dirty="0" err="1"/>
              <a:t>dəyərlərini</a:t>
            </a:r>
            <a:r>
              <a:rPr lang="en-US" dirty="0"/>
              <a:t> </a:t>
            </a:r>
            <a:r>
              <a:rPr lang="en-US" dirty="0" err="1"/>
              <a:t>özündə</a:t>
            </a:r>
            <a:r>
              <a:rPr lang="en-US" dirty="0"/>
              <a:t> </a:t>
            </a:r>
            <a:r>
              <a:rPr lang="en-US" dirty="0" err="1"/>
              <a:t>birləşdirir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aralarına</a:t>
            </a:r>
            <a:r>
              <a:rPr lang="en-US" dirty="0"/>
              <a:t> "</a:t>
            </a:r>
            <a:r>
              <a:rPr lang="en-US" dirty="0" err="1"/>
              <a:t>vergül</a:t>
            </a:r>
            <a:r>
              <a:rPr lang="en-US" dirty="0"/>
              <a:t>" </a:t>
            </a:r>
            <a:r>
              <a:rPr lang="en-US" dirty="0" err="1"/>
              <a:t>daxil</a:t>
            </a:r>
            <a:r>
              <a:rPr lang="en-US" dirty="0"/>
              <a:t> </a:t>
            </a:r>
            <a:r>
              <a:rPr lang="en-US" dirty="0" err="1"/>
              <a:t>edir</a:t>
            </a:r>
            <a:r>
              <a:rPr lang="en-US" dirty="0" smtClean="0"/>
              <a:t>.</a:t>
            </a:r>
          </a:p>
          <a:p>
            <a:r>
              <a:rPr lang="en-US" dirty="0" smtClean="0"/>
              <a:t>"</a:t>
            </a:r>
            <a:r>
              <a:rPr lang="en-US" dirty="0"/>
              <a:t>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93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STRING_ESCAPE()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 </a:t>
            </a:r>
            <a:r>
              <a:rPr lang="en-US" dirty="0" err="1"/>
              <a:t>funksiya</a:t>
            </a:r>
            <a:r>
              <a:rPr lang="en-US" dirty="0"/>
              <a:t>, </a:t>
            </a:r>
            <a:r>
              <a:rPr lang="en-US" dirty="0" err="1"/>
              <a:t>mətnlərdəki</a:t>
            </a:r>
            <a:r>
              <a:rPr lang="en-US" dirty="0"/>
              <a:t> </a:t>
            </a:r>
            <a:r>
              <a:rPr lang="en-US" dirty="0" err="1"/>
              <a:t>xüsusi</a:t>
            </a:r>
            <a:r>
              <a:rPr lang="en-US" dirty="0"/>
              <a:t> </a:t>
            </a:r>
            <a:r>
              <a:rPr lang="en-US" dirty="0" err="1"/>
              <a:t>xarakterlərdən</a:t>
            </a:r>
            <a:r>
              <a:rPr lang="en-US" dirty="0"/>
              <a:t> </a:t>
            </a:r>
            <a:r>
              <a:rPr lang="en-US" dirty="0" err="1"/>
              <a:t>qaçar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qaçmış</a:t>
            </a:r>
            <a:r>
              <a:rPr lang="en-US" dirty="0"/>
              <a:t> </a:t>
            </a:r>
            <a:r>
              <a:rPr lang="en-US" dirty="0" err="1"/>
              <a:t>xarakterlərlə</a:t>
            </a:r>
            <a:r>
              <a:rPr lang="en-US" dirty="0"/>
              <a:t> </a:t>
            </a:r>
            <a:r>
              <a:rPr lang="en-US" dirty="0" err="1"/>
              <a:t>mətn</a:t>
            </a:r>
            <a:r>
              <a:rPr lang="en-US" dirty="0"/>
              <a:t> </a:t>
            </a:r>
            <a:r>
              <a:rPr lang="en-US" dirty="0" err="1"/>
              <a:t>çevirər</a:t>
            </a:r>
            <a:r>
              <a:rPr lang="en-US" dirty="0" smtClean="0"/>
              <a:t>.</a:t>
            </a:r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462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STRING_SPLIT()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</a:t>
            </a:r>
            <a:r>
              <a:rPr lang="en-US" dirty="0" err="1"/>
              <a:t>metodu</a:t>
            </a:r>
            <a:r>
              <a:rPr lang="en-US" dirty="0"/>
              <a:t>, </a:t>
            </a:r>
            <a:r>
              <a:rPr lang="en-US" dirty="0" err="1"/>
              <a:t>tətbiq</a:t>
            </a:r>
            <a:r>
              <a:rPr lang="en-US" dirty="0"/>
              <a:t> </a:t>
            </a:r>
            <a:r>
              <a:rPr lang="en-US" dirty="0" err="1"/>
              <a:t>olunduğu</a:t>
            </a:r>
            <a:r>
              <a:rPr lang="en-US" dirty="0"/>
              <a:t> </a:t>
            </a:r>
            <a:r>
              <a:rPr lang="en-US" dirty="0" err="1"/>
              <a:t>string'ləri</a:t>
            </a:r>
            <a:r>
              <a:rPr lang="en-US" dirty="0"/>
              <a:t> </a:t>
            </a:r>
            <a:r>
              <a:rPr lang="en-US" dirty="0" err="1"/>
              <a:t>parçalara</a:t>
            </a:r>
            <a:r>
              <a:rPr lang="en-US" dirty="0"/>
              <a:t> </a:t>
            </a:r>
            <a:r>
              <a:rPr lang="en-US" dirty="0" err="1"/>
              <a:t>bölər</a:t>
            </a:r>
            <a:r>
              <a:rPr lang="en-US" dirty="0"/>
              <a:t> </a:t>
            </a:r>
            <a:r>
              <a:rPr lang="en-US" dirty="0" err="1"/>
              <a:t>və</a:t>
            </a:r>
            <a:r>
              <a:rPr lang="en-US" dirty="0"/>
              <a:t> </a:t>
            </a:r>
            <a:r>
              <a:rPr lang="en-US" dirty="0" err="1"/>
              <a:t>bu</a:t>
            </a:r>
            <a:r>
              <a:rPr lang="en-US" dirty="0"/>
              <a:t> </a:t>
            </a:r>
            <a:r>
              <a:rPr lang="en-US" dirty="0" err="1"/>
              <a:t>hissələrdə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nizam</a:t>
            </a:r>
            <a:r>
              <a:rPr lang="en-US" dirty="0"/>
              <a:t> </a:t>
            </a:r>
            <a:r>
              <a:rPr lang="en-US" dirty="0" err="1"/>
              <a:t>yaradar</a:t>
            </a:r>
            <a:r>
              <a:rPr lang="en-US" dirty="0" smtClean="0"/>
              <a:t>.</a:t>
            </a:r>
          </a:p>
          <a:p>
            <a:r>
              <a:rPr lang="en-US" dirty="0"/>
              <a:t>"Localhost" </a:t>
            </a:r>
            <a:r>
              <a:rPr lang="en-US" dirty="0" err="1"/>
              <a:t>üçün</a:t>
            </a:r>
            <a:r>
              <a:rPr lang="en-US" dirty="0"/>
              <a:t> </a:t>
            </a:r>
            <a:r>
              <a:rPr lang="en-US" dirty="0" err="1"/>
              <a:t>keçərli</a:t>
            </a:r>
            <a:r>
              <a:rPr lang="en-US" dirty="0"/>
              <a:t> </a:t>
            </a:r>
            <a:r>
              <a:rPr lang="en-US" dirty="0" err="1"/>
              <a:t>deyil</a:t>
            </a:r>
            <a:r>
              <a:rPr lang="en-US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0821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SUBSTRING()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SUBSTRING ( expression ,start , length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part of a character, binary, text, or image expression in SQL Server.</a:t>
            </a:r>
          </a:p>
          <a:p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 String,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lama n</a:t>
            </a:r>
            <a:r>
              <a:rPr lang="az-Latn-AZ" dirty="0" smtClean="0"/>
              <a:t>ö</a:t>
            </a:r>
            <a:r>
              <a:rPr lang="en-US" dirty="0" err="1" smtClean="0"/>
              <a:t>qtes</a:t>
            </a:r>
            <a:r>
              <a:rPr lang="az-Latn-AZ" dirty="0"/>
              <a:t>i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character </a:t>
            </a:r>
            <a:r>
              <a:rPr lang="en-US" dirty="0" smtClean="0"/>
              <a:t>say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 smtClean="0"/>
              <a:t>verilm</a:t>
            </a:r>
            <a:r>
              <a:rPr lang="az-Latn-AZ" dirty="0" smtClean="0"/>
              <a:t>ə</a:t>
            </a:r>
            <a:r>
              <a:rPr lang="en-US" dirty="0" err="1" smtClean="0"/>
              <a:t>lidir</a:t>
            </a:r>
            <a:r>
              <a:rPr lang="en-US" dirty="0"/>
              <a:t>.</a:t>
            </a:r>
          </a:p>
          <a:p>
            <a:r>
              <a:rPr lang="en-US" dirty="0"/>
              <a:t>Ex: SELECT SUBSTRING('</a:t>
            </a:r>
            <a:r>
              <a:rPr lang="en-US" dirty="0" err="1"/>
              <a:t>abcdef</a:t>
            </a:r>
            <a:r>
              <a:rPr lang="en-US" dirty="0"/>
              <a:t>', 2, 4); --- ‘</a:t>
            </a:r>
            <a:r>
              <a:rPr lang="en-US" dirty="0" err="1"/>
              <a:t>bcde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117518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TRIM ( [ characters FROM ] string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Removes </a:t>
            </a:r>
            <a:r>
              <a:rPr lang="en-US" dirty="0"/>
              <a:t>the space character char(32) or other specified characters from the start or end of a string.</a:t>
            </a:r>
          </a:p>
          <a:p>
            <a:r>
              <a:rPr lang="en-US" dirty="0" smtClean="0"/>
              <a:t>Sa</a:t>
            </a:r>
            <a:r>
              <a:rPr lang="az-Latn-AZ" dirty="0" smtClean="0"/>
              <a:t>ğ v</a:t>
            </a:r>
            <a:r>
              <a:rPr lang="en-US" dirty="0" smtClean="0"/>
              <a:t>e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 </a:t>
            </a:r>
            <a:r>
              <a:rPr lang="en-US" dirty="0" smtClean="0"/>
              <a:t>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 və</a:t>
            </a:r>
            <a:r>
              <a:rPr lang="en-US" dirty="0" smtClean="0"/>
              <a:t>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</a:t>
            </a:r>
            <a:r>
              <a:rPr lang="en-US" dirty="0"/>
              <a:t>string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TRIM( '</a:t>
            </a:r>
            <a:r>
              <a:rPr lang="en-US" dirty="0" err="1"/>
              <a:t>asdog</a:t>
            </a:r>
            <a:r>
              <a:rPr lang="en-US" dirty="0"/>
              <a:t>' from '</a:t>
            </a:r>
            <a:r>
              <a:rPr lang="en-US" dirty="0" err="1"/>
              <a:t>asdog</a:t>
            </a:r>
            <a:r>
              <a:rPr lang="en-US" dirty="0"/>
              <a:t>    </a:t>
            </a:r>
            <a:r>
              <a:rPr lang="en-US" dirty="0" err="1"/>
              <a:t>asdf</a:t>
            </a:r>
            <a:r>
              <a:rPr lang="en-US" dirty="0"/>
              <a:t> . l'); --- ‘   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r>
              <a:rPr lang="en-US" dirty="0"/>
              <a:t>Ex: SELECT TRIM('    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      '); --- ‘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1237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UPPER</a:t>
            </a:r>
            <a:r>
              <a:rPr lang="az-Latn-AZ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UPPER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with lowercase character data converted to uppercase.</a:t>
            </a:r>
          </a:p>
          <a:p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en-US" dirty="0" smtClean="0"/>
              <a:t>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smtClean="0"/>
              <a:t>r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endParaRPr lang="en-US" dirty="0"/>
          </a:p>
          <a:p>
            <a:r>
              <a:rPr lang="en-US" dirty="0"/>
              <a:t>Ex: SELECT UPPER ( '</a:t>
            </a:r>
            <a:r>
              <a:rPr lang="en-US" dirty="0" err="1"/>
              <a:t>sdfghjkl</a:t>
            </a:r>
            <a:r>
              <a:rPr lang="en-US" dirty="0"/>
              <a:t>' ); --- SDFGHJKL</a:t>
            </a:r>
          </a:p>
        </p:txBody>
      </p:sp>
    </p:spTree>
    <p:extLst>
      <p:ext uri="{BB962C8B-B14F-4D97-AF65-F5344CB8AC3E}">
        <p14:creationId xmlns:p14="http://schemas.microsoft.com/office/powerpoint/2010/main" val="2141278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 err="1" smtClean="0"/>
              <a:t>phpMyAdmin</a:t>
            </a:r>
            <a:endParaRPr lang="en-US" strike="sngStrik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NCHAR()</a:t>
            </a:r>
          </a:p>
          <a:p>
            <a:r>
              <a:rPr lang="en-US" dirty="0" smtClean="0"/>
              <a:t>PATINDEX()</a:t>
            </a:r>
          </a:p>
          <a:p>
            <a:r>
              <a:rPr lang="en-US" dirty="0" smtClean="0"/>
              <a:t>QUOTENAME()</a:t>
            </a:r>
          </a:p>
          <a:p>
            <a:r>
              <a:rPr lang="en-US" dirty="0"/>
              <a:t>REPLICATE() </a:t>
            </a:r>
            <a:endParaRPr lang="en-US" dirty="0" smtClean="0"/>
          </a:p>
          <a:p>
            <a:r>
              <a:rPr lang="en-US" dirty="0" smtClean="0"/>
              <a:t>UNICODE() </a:t>
            </a:r>
          </a:p>
          <a:p>
            <a:r>
              <a:rPr lang="en-US" dirty="0" smtClean="0"/>
              <a:t>TRANSLATE</a:t>
            </a:r>
            <a:r>
              <a:rPr lang="en-US" dirty="0"/>
              <a:t>() </a:t>
            </a:r>
            <a:endParaRPr lang="en-US" dirty="0" smtClean="0"/>
          </a:p>
          <a:p>
            <a:r>
              <a:rPr lang="en-US" dirty="0" smtClean="0"/>
              <a:t>STUFF()</a:t>
            </a:r>
            <a:endParaRPr lang="en-US" dirty="0"/>
          </a:p>
          <a:p>
            <a:r>
              <a:rPr lang="en-US" dirty="0" smtClean="0"/>
              <a:t>STRING_AFF</a:t>
            </a:r>
            <a:r>
              <a:rPr lang="en-US" dirty="0" smtClean="0"/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97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1275</Words>
  <Application>Microsoft Office PowerPoint</Application>
  <PresentationFormat>On-screen Show (4:3)</PresentationFormat>
  <Paragraphs>137</Paragraphs>
  <Slides>28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SQL String Functions</vt:lpstr>
      <vt:lpstr>ASCII()</vt:lpstr>
      <vt:lpstr>CHAR()</vt:lpstr>
      <vt:lpstr>CHARINDEX()</vt:lpstr>
      <vt:lpstr>CONCAT()</vt:lpstr>
      <vt:lpstr>CONCAT_WS()</vt:lpstr>
      <vt:lpstr>DIFFERENCE()</vt:lpstr>
      <vt:lpstr>Format()</vt:lpstr>
      <vt:lpstr>LEFT()</vt:lpstr>
      <vt:lpstr>LEN()</vt:lpstr>
      <vt:lpstr>LOWER()</vt:lpstr>
      <vt:lpstr>LTRIM()</vt:lpstr>
      <vt:lpstr>REPLACE()</vt:lpstr>
      <vt:lpstr>REVERSE()</vt:lpstr>
      <vt:lpstr>RIGHT()</vt:lpstr>
      <vt:lpstr>RTRIM()</vt:lpstr>
      <vt:lpstr>SOUNDEX()</vt:lpstr>
      <vt:lpstr>SOUNDEX()</vt:lpstr>
      <vt:lpstr>SOUNDEX()</vt:lpstr>
      <vt:lpstr>SPACE()</vt:lpstr>
      <vt:lpstr>STR()</vt:lpstr>
      <vt:lpstr>STRING_AGG()</vt:lpstr>
      <vt:lpstr>STRING_ESCAPE()</vt:lpstr>
      <vt:lpstr>STRING_SPLIT()</vt:lpstr>
      <vt:lpstr>SUBSTRING()</vt:lpstr>
      <vt:lpstr>TRIM()</vt:lpstr>
      <vt:lpstr>UPPER()</vt:lpstr>
      <vt:lpstr>phpMyAdmin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String Functions</dc:title>
  <dc:creator>User</dc:creator>
  <cp:lastModifiedBy>User</cp:lastModifiedBy>
  <cp:revision>14</cp:revision>
  <dcterms:created xsi:type="dcterms:W3CDTF">2006-08-16T00:00:00Z</dcterms:created>
  <dcterms:modified xsi:type="dcterms:W3CDTF">2017-04-26T07:30:31Z</dcterms:modified>
</cp:coreProperties>
</file>