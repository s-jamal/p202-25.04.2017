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0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4" r:id="rId8"/>
    <p:sldId id="263" r:id="rId9"/>
    <p:sldId id="262" r:id="rId10"/>
    <p:sldId id="261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9" d="100"/>
          <a:sy n="49" d="100"/>
        </p:scale>
        <p:origin x="-60" y="-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26-Apr-17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026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26-Apr-17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24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26-Apr-17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28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26-Apr-17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18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26-Apr-17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588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26-Apr-17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70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26-Apr-17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197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26-Apr-17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6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26-Apr-17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872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26-Apr-17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995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26-Apr-17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15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26-Apr-17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575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SQL String Functions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Camal</a:t>
            </a:r>
            <a:r>
              <a:rPr lang="en-US" dirty="0"/>
              <a:t> </a:t>
            </a:r>
            <a:r>
              <a:rPr lang="en-US" dirty="0" err="1" smtClean="0"/>
              <a:t>Salmanzadə</a:t>
            </a:r>
            <a:endParaRPr lang="en-US" dirty="0" smtClean="0"/>
          </a:p>
          <a:p>
            <a:r>
              <a:rPr lang="en-US" dirty="0" err="1" smtClean="0"/>
              <a:t>Üzeyır</a:t>
            </a:r>
            <a:r>
              <a:rPr lang="en-US" dirty="0" smtClean="0"/>
              <a:t> </a:t>
            </a:r>
            <a:r>
              <a:rPr lang="en-US" dirty="0" err="1" smtClean="0"/>
              <a:t>Hacıqədirli</a:t>
            </a:r>
            <a:endParaRPr lang="en-US" dirty="0" smtClean="0"/>
          </a:p>
          <a:p>
            <a:r>
              <a:rPr lang="en-US" dirty="0" err="1" smtClean="0"/>
              <a:t>İsmayıl</a:t>
            </a:r>
            <a:r>
              <a:rPr lang="en-US" dirty="0" smtClean="0"/>
              <a:t> </a:t>
            </a:r>
            <a:r>
              <a:rPr lang="en-US" dirty="0" err="1" smtClean="0"/>
              <a:t>Abdullayev</a:t>
            </a:r>
            <a:endParaRPr lang="en-US" dirty="0" smtClean="0"/>
          </a:p>
          <a:p>
            <a:r>
              <a:rPr lang="en-US" dirty="0" err="1" smtClean="0"/>
              <a:t>Mirabdulla</a:t>
            </a:r>
            <a:r>
              <a:rPr lang="en-US" dirty="0" smtClean="0"/>
              <a:t> </a:t>
            </a:r>
            <a:r>
              <a:rPr lang="en-US" dirty="0" err="1" smtClean="0"/>
              <a:t>Babayev</a:t>
            </a:r>
            <a:endParaRPr lang="en-US" dirty="0" smtClean="0"/>
          </a:p>
          <a:p>
            <a:r>
              <a:rPr lang="en-US" dirty="0" err="1" smtClean="0"/>
              <a:t>Üzeyır</a:t>
            </a:r>
            <a:r>
              <a:rPr lang="en-US" dirty="0" smtClean="0"/>
              <a:t> </a:t>
            </a:r>
            <a:r>
              <a:rPr lang="en-US" dirty="0" err="1"/>
              <a:t>Abdullayev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993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REPLACE()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REPLACE ( </a:t>
            </a:r>
            <a:r>
              <a:rPr lang="en-US" dirty="0" err="1"/>
              <a:t>string_expression</a:t>
            </a:r>
            <a:r>
              <a:rPr lang="en-US" dirty="0"/>
              <a:t> , </a:t>
            </a:r>
            <a:r>
              <a:rPr lang="en-US" dirty="0" err="1"/>
              <a:t>string_pattern</a:t>
            </a:r>
            <a:r>
              <a:rPr lang="en-US" dirty="0"/>
              <a:t> , </a:t>
            </a:r>
            <a:r>
              <a:rPr lang="en-US" dirty="0" err="1"/>
              <a:t>string_replacement</a:t>
            </a:r>
            <a:r>
              <a:rPr lang="en-US" dirty="0"/>
              <a:t> ) </a:t>
            </a:r>
            <a:endParaRPr lang="en-US" dirty="0" smtClean="0"/>
          </a:p>
          <a:p>
            <a:r>
              <a:rPr lang="en-US" dirty="0" smtClean="0"/>
              <a:t>Replaces </a:t>
            </a:r>
            <a:r>
              <a:rPr lang="en-US" dirty="0"/>
              <a:t>all occurrences of a specified string value with another string value.</a:t>
            </a:r>
          </a:p>
          <a:p>
            <a:r>
              <a:rPr lang="en-US" dirty="0" err="1" smtClean="0"/>
              <a:t>Verilmi</a:t>
            </a:r>
            <a:r>
              <a:rPr lang="az-Latn-AZ" dirty="0" smtClean="0"/>
              <a:t>ş</a:t>
            </a:r>
            <a:r>
              <a:rPr lang="en-US" dirty="0" smtClean="0"/>
              <a:t> ‘string’ d</a:t>
            </a:r>
            <a:r>
              <a:rPr lang="az-Latn-AZ" dirty="0" smtClean="0"/>
              <a:t>ə</a:t>
            </a:r>
            <a:r>
              <a:rPr lang="en-US" dirty="0" smtClean="0"/>
              <a:t>y</a:t>
            </a:r>
            <a:r>
              <a:rPr lang="az-Latn-AZ" dirty="0" smtClean="0"/>
              <a:t>ə</a:t>
            </a:r>
            <a:r>
              <a:rPr lang="en-US" dirty="0" err="1" smtClean="0"/>
              <a:t>rinin</a:t>
            </a:r>
            <a:r>
              <a:rPr lang="en-US" dirty="0" smtClean="0"/>
              <a:t> b</a:t>
            </a:r>
            <a:r>
              <a:rPr lang="az-Latn-AZ" dirty="0" smtClean="0"/>
              <a:t>ü</a:t>
            </a:r>
            <a:r>
              <a:rPr lang="en-US" dirty="0" smtClean="0"/>
              <a:t>t</a:t>
            </a:r>
            <a:r>
              <a:rPr lang="az-Latn-AZ" dirty="0" smtClean="0"/>
              <a:t>ü</a:t>
            </a:r>
            <a:r>
              <a:rPr lang="en-US" dirty="0" smtClean="0"/>
              <a:t>n </a:t>
            </a:r>
            <a:r>
              <a:rPr lang="en-US" dirty="0" err="1" smtClean="0"/>
              <a:t>oldu</a:t>
            </a:r>
            <a:r>
              <a:rPr lang="az-Latn-AZ" dirty="0" smtClean="0"/>
              <a:t>ğ</a:t>
            </a:r>
            <a:r>
              <a:rPr lang="en-US" dirty="0" smtClean="0"/>
              <a:t>u </a:t>
            </a:r>
            <a:r>
              <a:rPr lang="en-US" dirty="0" err="1"/>
              <a:t>yerleri</a:t>
            </a:r>
            <a:r>
              <a:rPr lang="en-US" dirty="0"/>
              <a:t> </a:t>
            </a:r>
            <a:r>
              <a:rPr lang="en-US" dirty="0" smtClean="0"/>
              <a:t>dig</a:t>
            </a:r>
            <a:r>
              <a:rPr lang="az-Latn-AZ" dirty="0" smtClean="0"/>
              <a:t>ə</a:t>
            </a:r>
            <a:r>
              <a:rPr lang="en-US" dirty="0" smtClean="0"/>
              <a:t>r </a:t>
            </a:r>
            <a:r>
              <a:rPr lang="en-US" dirty="0"/>
              <a:t>string </a:t>
            </a:r>
            <a:r>
              <a:rPr lang="en-US" dirty="0" smtClean="0"/>
              <a:t>d</a:t>
            </a:r>
            <a:r>
              <a:rPr lang="az-Latn-AZ" dirty="0" smtClean="0"/>
              <a:t>ə</a:t>
            </a:r>
            <a:r>
              <a:rPr lang="en-US" dirty="0" smtClean="0"/>
              <a:t>y</a:t>
            </a:r>
            <a:r>
              <a:rPr lang="az-Latn-AZ" dirty="0" smtClean="0"/>
              <a:t>ə</a:t>
            </a:r>
            <a:r>
              <a:rPr lang="en-US" dirty="0" err="1" smtClean="0"/>
              <a:t>ri</a:t>
            </a:r>
            <a:r>
              <a:rPr lang="az-Latn-AZ" dirty="0" smtClean="0"/>
              <a:t> i</a:t>
            </a:r>
            <a:r>
              <a:rPr lang="en-US" dirty="0" smtClean="0"/>
              <a:t>l</a:t>
            </a:r>
            <a:r>
              <a:rPr lang="az-Latn-AZ" dirty="0" smtClean="0"/>
              <a:t>ə</a:t>
            </a:r>
            <a:r>
              <a:rPr lang="en-US" dirty="0" smtClean="0"/>
              <a:t> d</a:t>
            </a:r>
            <a:r>
              <a:rPr lang="az-Latn-AZ" dirty="0" smtClean="0"/>
              <a:t>ə</a:t>
            </a:r>
            <a:r>
              <a:rPr lang="en-US" dirty="0" err="1" smtClean="0"/>
              <a:t>yi</a:t>
            </a:r>
            <a:r>
              <a:rPr lang="az-Latn-AZ" dirty="0" smtClean="0"/>
              <a:t>ş</a:t>
            </a:r>
            <a:r>
              <a:rPr lang="en-US" dirty="0" err="1" smtClean="0"/>
              <a:t>ir</a:t>
            </a:r>
            <a:r>
              <a:rPr lang="en-US" dirty="0" err="1"/>
              <a:t>.</a:t>
            </a:r>
            <a:endParaRPr lang="en-US" dirty="0"/>
          </a:p>
          <a:p>
            <a:r>
              <a:rPr lang="en-US" dirty="0"/>
              <a:t>Ex: SELECT REPLACE('</a:t>
            </a:r>
            <a:r>
              <a:rPr lang="en-US" dirty="0" err="1"/>
              <a:t>abcdefghicde</a:t>
            </a:r>
            <a:r>
              <a:rPr lang="en-US" dirty="0"/>
              <a:t>','</a:t>
            </a:r>
            <a:r>
              <a:rPr lang="en-US" dirty="0" err="1"/>
              <a:t>cde</a:t>
            </a:r>
            <a:r>
              <a:rPr lang="en-US" dirty="0"/>
              <a:t>','xxx');     ---   </a:t>
            </a:r>
            <a:r>
              <a:rPr lang="en-US" dirty="0" err="1"/>
              <a:t>abxxxfghixxx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041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REVERSE()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REVERSE ( </a:t>
            </a:r>
            <a:r>
              <a:rPr lang="en-US" dirty="0" err="1"/>
              <a:t>string_expression</a:t>
            </a:r>
            <a:r>
              <a:rPr lang="en-US" dirty="0"/>
              <a:t> ) </a:t>
            </a:r>
            <a:endParaRPr lang="en-US" dirty="0" smtClean="0"/>
          </a:p>
          <a:p>
            <a:r>
              <a:rPr lang="en-US" dirty="0" smtClean="0"/>
              <a:t>Returns the reverse order of a string value.</a:t>
            </a:r>
          </a:p>
          <a:p>
            <a:r>
              <a:rPr lang="en-US" dirty="0" err="1"/>
              <a:t>Verilmi</a:t>
            </a:r>
            <a:r>
              <a:rPr lang="az-Latn-AZ" dirty="0"/>
              <a:t>ş</a:t>
            </a:r>
            <a:r>
              <a:rPr lang="en-US" dirty="0"/>
              <a:t> </a:t>
            </a:r>
            <a:r>
              <a:rPr lang="az-Latn-AZ" dirty="0" smtClean="0"/>
              <a:t>s</a:t>
            </a:r>
            <a:r>
              <a:rPr lang="en-US" dirty="0" err="1" smtClean="0"/>
              <a:t>tring’in</a:t>
            </a:r>
            <a:r>
              <a:rPr lang="en-US" dirty="0" smtClean="0"/>
              <a:t> </a:t>
            </a:r>
            <a:r>
              <a:rPr lang="az-Latn-AZ" dirty="0" err="1"/>
              <a:t>ə</a:t>
            </a:r>
            <a:r>
              <a:rPr lang="en-US" dirty="0" err="1" smtClean="0"/>
              <a:t>ksini</a:t>
            </a:r>
            <a:r>
              <a:rPr lang="en-US" dirty="0" smtClean="0"/>
              <a:t> </a:t>
            </a:r>
            <a:r>
              <a:rPr lang="en-US" dirty="0" err="1" smtClean="0"/>
              <a:t>qaytar</a:t>
            </a:r>
            <a:r>
              <a:rPr lang="az-Latn-AZ" dirty="0" smtClean="0"/>
              <a:t>ı</a:t>
            </a:r>
            <a:r>
              <a:rPr lang="en-US" dirty="0" smtClean="0"/>
              <a:t>r</a:t>
            </a:r>
            <a:endParaRPr lang="en-US" dirty="0"/>
          </a:p>
          <a:p>
            <a:r>
              <a:rPr lang="en-US" dirty="0"/>
              <a:t>Ex: SELECT REVERSE ( '</a:t>
            </a:r>
            <a:r>
              <a:rPr lang="en-US" dirty="0" err="1"/>
              <a:t>abbbbbbe</a:t>
            </a:r>
            <a:r>
              <a:rPr lang="en-US" dirty="0"/>
              <a:t>' ); --- </a:t>
            </a:r>
            <a:r>
              <a:rPr lang="en-US" dirty="0" err="1"/>
              <a:t>ebbbbbba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82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RIGHT()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RIGHT ( </a:t>
            </a:r>
            <a:r>
              <a:rPr lang="en-US" dirty="0" err="1"/>
              <a:t>character_expression</a:t>
            </a:r>
            <a:r>
              <a:rPr lang="en-US" dirty="0"/>
              <a:t> , </a:t>
            </a:r>
            <a:r>
              <a:rPr lang="en-US" dirty="0" err="1"/>
              <a:t>integer_expression</a:t>
            </a:r>
            <a:r>
              <a:rPr lang="en-US" dirty="0"/>
              <a:t> ) </a:t>
            </a:r>
            <a:endParaRPr lang="en-US" dirty="0" smtClean="0"/>
          </a:p>
          <a:p>
            <a:r>
              <a:rPr lang="en-US" dirty="0" smtClean="0"/>
              <a:t>Returns </a:t>
            </a:r>
            <a:r>
              <a:rPr lang="en-US" dirty="0"/>
              <a:t>the right part of a character string with the specified number of characters.</a:t>
            </a:r>
          </a:p>
          <a:p>
            <a:r>
              <a:rPr lang="en-US" dirty="0" err="1" smtClean="0"/>
              <a:t>Verilmi</a:t>
            </a:r>
            <a:r>
              <a:rPr lang="az-Latn-AZ" dirty="0"/>
              <a:t>ş</a:t>
            </a:r>
            <a:r>
              <a:rPr lang="en-US" dirty="0" smtClean="0"/>
              <a:t> </a:t>
            </a:r>
            <a:r>
              <a:rPr lang="en-US" dirty="0" err="1"/>
              <a:t>string’in</a:t>
            </a:r>
            <a:r>
              <a:rPr lang="en-US" dirty="0"/>
              <a:t> </a:t>
            </a:r>
            <a:r>
              <a:rPr lang="en-US" dirty="0" err="1" smtClean="0"/>
              <a:t>sa</a:t>
            </a:r>
            <a:r>
              <a:rPr lang="az-Latn-AZ" dirty="0" smtClean="0"/>
              <a:t>ğ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veril</a:t>
            </a:r>
            <a:r>
              <a:rPr lang="az-Latn-AZ" dirty="0" smtClean="0"/>
              <a:t>ə</a:t>
            </a:r>
            <a:r>
              <a:rPr lang="en-US" dirty="0" smtClean="0"/>
              <a:t>n r</a:t>
            </a:r>
            <a:r>
              <a:rPr lang="az-Latn-AZ" dirty="0"/>
              <a:t>ə</a:t>
            </a:r>
            <a:r>
              <a:rPr lang="en-US" dirty="0" smtClean="0"/>
              <a:t>q</a:t>
            </a:r>
            <a:r>
              <a:rPr lang="az-Latn-AZ" dirty="0" smtClean="0"/>
              <a:t>ə</a:t>
            </a:r>
            <a:r>
              <a:rPr lang="en-US" dirty="0" smtClean="0"/>
              <a:t>m q</a:t>
            </a:r>
            <a:r>
              <a:rPr lang="az-Latn-AZ" dirty="0" smtClean="0"/>
              <a:t>ə</a:t>
            </a:r>
            <a:r>
              <a:rPr lang="en-US" dirty="0" smtClean="0"/>
              <a:t>d</a:t>
            </a:r>
            <a:r>
              <a:rPr lang="az-Latn-AZ" dirty="0" smtClean="0"/>
              <a:t>ə</a:t>
            </a:r>
            <a:r>
              <a:rPr lang="en-US" dirty="0" smtClean="0"/>
              <a:t>r </a:t>
            </a:r>
            <a:r>
              <a:rPr lang="en-US" dirty="0" err="1"/>
              <a:t>character’ini</a:t>
            </a:r>
            <a:r>
              <a:rPr lang="en-US" dirty="0"/>
              <a:t> </a:t>
            </a:r>
            <a:r>
              <a:rPr lang="en-US" dirty="0" err="1" smtClean="0"/>
              <a:t>qaytar</a:t>
            </a:r>
            <a:r>
              <a:rPr lang="az-Latn-AZ" dirty="0" smtClean="0"/>
              <a:t>ı</a:t>
            </a:r>
            <a:r>
              <a:rPr lang="en-US" dirty="0" smtClean="0"/>
              <a:t>r</a:t>
            </a:r>
            <a:r>
              <a:rPr lang="en-US" dirty="0"/>
              <a:t>.</a:t>
            </a:r>
          </a:p>
          <a:p>
            <a:r>
              <a:rPr lang="en-US" dirty="0"/>
              <a:t>Ex: SELECT RIGHT ( '</a:t>
            </a:r>
            <a:r>
              <a:rPr lang="en-US" dirty="0" err="1"/>
              <a:t>manchester</a:t>
            </a:r>
            <a:r>
              <a:rPr lang="en-US" dirty="0"/>
              <a:t>' , 4 ); --- </a:t>
            </a:r>
            <a:r>
              <a:rPr lang="en-US" dirty="0" err="1"/>
              <a:t>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34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RTRIM()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RTRIM ( </a:t>
            </a:r>
            <a:r>
              <a:rPr lang="en-US" dirty="0" err="1"/>
              <a:t>character_expression</a:t>
            </a:r>
            <a:r>
              <a:rPr lang="en-US" dirty="0"/>
              <a:t> ) </a:t>
            </a:r>
            <a:endParaRPr lang="en-US" dirty="0" smtClean="0"/>
          </a:p>
          <a:p>
            <a:r>
              <a:rPr lang="en-US" dirty="0" smtClean="0"/>
              <a:t>Returns </a:t>
            </a:r>
            <a:r>
              <a:rPr lang="en-US" dirty="0"/>
              <a:t>a character string after truncating all trailing spaces.</a:t>
            </a:r>
          </a:p>
          <a:p>
            <a:r>
              <a:rPr lang="en-US" dirty="0" err="1"/>
              <a:t>Sonda</a:t>
            </a:r>
            <a:r>
              <a:rPr lang="en-US" dirty="0"/>
              <a:t> </a:t>
            </a:r>
            <a:r>
              <a:rPr lang="en-US" dirty="0" smtClean="0"/>
              <a:t>g</a:t>
            </a:r>
            <a:r>
              <a:rPr lang="az-Latn-AZ" dirty="0" smtClean="0"/>
              <a:t>ə</a:t>
            </a:r>
            <a:r>
              <a:rPr lang="en-US" dirty="0" smtClean="0"/>
              <a:t>l</a:t>
            </a:r>
            <a:r>
              <a:rPr lang="az-Latn-AZ" dirty="0" smtClean="0"/>
              <a:t>ə</a:t>
            </a:r>
            <a:r>
              <a:rPr lang="en-US" dirty="0" smtClean="0"/>
              <a:t>n </a:t>
            </a:r>
            <a:r>
              <a:rPr lang="en-US" dirty="0" err="1" smtClean="0"/>
              <a:t>bo</a:t>
            </a:r>
            <a:r>
              <a:rPr lang="az-Latn-AZ" dirty="0" smtClean="0"/>
              <a:t>ş</a:t>
            </a:r>
            <a:r>
              <a:rPr lang="en-US" dirty="0" err="1" smtClean="0"/>
              <a:t>luqlar</a:t>
            </a:r>
            <a:r>
              <a:rPr lang="az-Latn-AZ" dirty="0" smtClean="0"/>
              <a:t>ı</a:t>
            </a:r>
            <a:r>
              <a:rPr lang="en-US" dirty="0" smtClean="0"/>
              <a:t> </a:t>
            </a:r>
            <a:r>
              <a:rPr lang="en-US" dirty="0" err="1"/>
              <a:t>silir</a:t>
            </a:r>
            <a:r>
              <a:rPr lang="en-US" dirty="0"/>
              <a:t>.</a:t>
            </a:r>
          </a:p>
          <a:p>
            <a:r>
              <a:rPr lang="en-US" dirty="0"/>
              <a:t>Ex: SELECT RTRIM ( '</a:t>
            </a:r>
            <a:r>
              <a:rPr lang="en-US" dirty="0" err="1"/>
              <a:t>manchester</a:t>
            </a:r>
            <a:r>
              <a:rPr lang="en-US" dirty="0"/>
              <a:t>        ' ); --- Manchester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355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SOUNDEX()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SOUNDEX ( </a:t>
            </a:r>
            <a:r>
              <a:rPr lang="en-US" dirty="0" err="1"/>
              <a:t>character_expression</a:t>
            </a:r>
            <a:r>
              <a:rPr lang="en-US" dirty="0"/>
              <a:t> ) </a:t>
            </a:r>
            <a:endParaRPr lang="en-US" dirty="0" smtClean="0"/>
          </a:p>
          <a:p>
            <a:r>
              <a:rPr lang="en-US" dirty="0" smtClean="0"/>
              <a:t>Returns </a:t>
            </a:r>
            <a:r>
              <a:rPr lang="en-US" dirty="0"/>
              <a:t>a four-character (SOUNDEX) code to evaluate the similarity of two strings.</a:t>
            </a:r>
          </a:p>
          <a:p>
            <a:r>
              <a:rPr lang="en-US" dirty="0" err="1" smtClean="0"/>
              <a:t>String</a:t>
            </a:r>
            <a:r>
              <a:rPr lang="en-US" dirty="0" err="1"/>
              <a:t>’</a:t>
            </a:r>
            <a:r>
              <a:rPr lang="en-US" dirty="0" err="1" smtClean="0"/>
              <a:t>in</a:t>
            </a:r>
            <a:r>
              <a:rPr lang="en-US" dirty="0" smtClean="0"/>
              <a:t> </a:t>
            </a:r>
            <a:r>
              <a:rPr lang="en-US" dirty="0"/>
              <a:t>4 </a:t>
            </a:r>
            <a:r>
              <a:rPr lang="en-US" dirty="0" smtClean="0"/>
              <a:t>r</a:t>
            </a:r>
            <a:r>
              <a:rPr lang="az-Latn-AZ" dirty="0" smtClean="0"/>
              <a:t>əqə</a:t>
            </a:r>
            <a:r>
              <a:rPr lang="en-US" dirty="0" smtClean="0"/>
              <a:t>mli </a:t>
            </a:r>
            <a:r>
              <a:rPr lang="en-US" dirty="0"/>
              <a:t>SOUNDEX </a:t>
            </a:r>
            <a:r>
              <a:rPr lang="en-US" dirty="0" err="1"/>
              <a:t>kodunu</a:t>
            </a:r>
            <a:r>
              <a:rPr lang="en-US" dirty="0"/>
              <a:t> </a:t>
            </a:r>
            <a:r>
              <a:rPr lang="en-US" dirty="0" err="1" smtClean="0"/>
              <a:t>qaytar</a:t>
            </a:r>
            <a:r>
              <a:rPr lang="az-Latn-AZ" dirty="0" smtClean="0"/>
              <a:t>ı</a:t>
            </a:r>
            <a:r>
              <a:rPr lang="en-US" dirty="0" smtClean="0"/>
              <a:t>r</a:t>
            </a:r>
            <a:r>
              <a:rPr lang="en-US" dirty="0"/>
              <a:t>, </a:t>
            </a:r>
            <a:r>
              <a:rPr lang="en-US" dirty="0" err="1" smtClean="0"/>
              <a:t>hans</a:t>
            </a:r>
            <a:r>
              <a:rPr lang="az-Latn-AZ" dirty="0" smtClean="0"/>
              <a:t>ı</a:t>
            </a:r>
            <a:r>
              <a:rPr lang="en-US" dirty="0" smtClean="0"/>
              <a:t> </a:t>
            </a:r>
            <a:r>
              <a:rPr lang="en-US" dirty="0" err="1"/>
              <a:t>ki</a:t>
            </a:r>
            <a:r>
              <a:rPr lang="en-US" dirty="0"/>
              <a:t>,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 smtClean="0"/>
              <a:t>string</a:t>
            </a:r>
            <a:r>
              <a:rPr lang="en-US" dirty="0" err="1"/>
              <a:t>’</a:t>
            </a:r>
            <a:r>
              <a:rPr lang="en-US" dirty="0" err="1" smtClean="0"/>
              <a:t>in</a:t>
            </a:r>
            <a:r>
              <a:rPr lang="en-US" dirty="0" smtClean="0"/>
              <a:t> f</a:t>
            </a:r>
            <a:r>
              <a:rPr lang="az-Latn-AZ" dirty="0" smtClean="0"/>
              <a:t>ə</a:t>
            </a:r>
            <a:r>
              <a:rPr lang="en-US" dirty="0" err="1" smtClean="0"/>
              <a:t>qlilikl</a:t>
            </a:r>
            <a:r>
              <a:rPr lang="az-Latn-AZ" dirty="0" smtClean="0"/>
              <a:t>ə</a:t>
            </a:r>
            <a:r>
              <a:rPr lang="en-US" dirty="0" err="1" smtClean="0"/>
              <a:t>rini</a:t>
            </a:r>
            <a:r>
              <a:rPr lang="en-US" dirty="0" smtClean="0"/>
              <a:t> b</a:t>
            </a:r>
            <a:r>
              <a:rPr lang="az-Latn-AZ" dirty="0" smtClean="0"/>
              <a:t>ə</a:t>
            </a:r>
            <a:r>
              <a:rPr lang="en-US" dirty="0" err="1" smtClean="0"/>
              <a:t>lirl</a:t>
            </a:r>
            <a:r>
              <a:rPr lang="az-Latn-AZ" dirty="0" smtClean="0"/>
              <a:t>ə</a:t>
            </a:r>
            <a:r>
              <a:rPr lang="en-US" dirty="0" smtClean="0"/>
              <a:t>m</a:t>
            </a:r>
            <a:r>
              <a:rPr lang="az-Latn-AZ" dirty="0" smtClean="0"/>
              <a:t>ə</a:t>
            </a:r>
            <a:r>
              <a:rPr lang="en-US" dirty="0" smtClean="0"/>
              <a:t>k </a:t>
            </a:r>
            <a:r>
              <a:rPr lang="az-Latn-AZ" dirty="0" smtClean="0"/>
              <a:t>üçü</a:t>
            </a:r>
            <a:r>
              <a:rPr lang="en-US" dirty="0" smtClean="0"/>
              <a:t>n </a:t>
            </a:r>
            <a:r>
              <a:rPr lang="en-US" dirty="0" err="1" smtClean="0"/>
              <a:t>istifad</a:t>
            </a:r>
            <a:r>
              <a:rPr lang="az-Latn-AZ" dirty="0" smtClean="0"/>
              <a:t>ə</a:t>
            </a:r>
            <a:r>
              <a:rPr lang="en-US" dirty="0" smtClean="0"/>
              <a:t> </a:t>
            </a:r>
            <a:r>
              <a:rPr lang="en-US" dirty="0" err="1"/>
              <a:t>olunur</a:t>
            </a:r>
            <a:r>
              <a:rPr lang="en-US" dirty="0"/>
              <a:t>.</a:t>
            </a:r>
          </a:p>
          <a:p>
            <a:r>
              <a:rPr lang="en-US" dirty="0"/>
              <a:t>Ex: SELECT SOUNDEX ('Smith`s'); --- S532</a:t>
            </a:r>
          </a:p>
        </p:txBody>
      </p:sp>
    </p:spTree>
    <p:extLst>
      <p:ext uri="{BB962C8B-B14F-4D97-AF65-F5344CB8AC3E}">
        <p14:creationId xmlns:p14="http://schemas.microsoft.com/office/powerpoint/2010/main" val="2121278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SPACE()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SPACE ( </a:t>
            </a:r>
            <a:r>
              <a:rPr lang="en-US" dirty="0" err="1"/>
              <a:t>integer_expression</a:t>
            </a:r>
            <a:r>
              <a:rPr lang="en-US" dirty="0"/>
              <a:t> ) </a:t>
            </a:r>
            <a:endParaRPr lang="en-US" dirty="0" smtClean="0"/>
          </a:p>
          <a:p>
            <a:r>
              <a:rPr lang="en-US" dirty="0" smtClean="0"/>
              <a:t>Returns </a:t>
            </a:r>
            <a:r>
              <a:rPr lang="en-US" dirty="0"/>
              <a:t>a string of repeated spaces.</a:t>
            </a:r>
          </a:p>
          <a:p>
            <a:r>
              <a:rPr lang="en-US" dirty="0" err="1" smtClean="0"/>
              <a:t>Veril</a:t>
            </a:r>
            <a:r>
              <a:rPr lang="az-Latn-AZ" dirty="0" smtClean="0"/>
              <a:t>ə</a:t>
            </a:r>
            <a:r>
              <a:rPr lang="en-US" dirty="0" smtClean="0"/>
              <a:t>n </a:t>
            </a:r>
            <a:r>
              <a:rPr lang="az-Latn-AZ" dirty="0"/>
              <a:t>ə</a:t>
            </a:r>
            <a:r>
              <a:rPr lang="en-US" dirty="0" smtClean="0"/>
              <a:t>d</a:t>
            </a:r>
            <a:r>
              <a:rPr lang="az-Latn-AZ" dirty="0" smtClean="0"/>
              <a:t>ə</a:t>
            </a:r>
            <a:r>
              <a:rPr lang="en-US" dirty="0" smtClean="0"/>
              <a:t>d q</a:t>
            </a:r>
            <a:r>
              <a:rPr lang="az-Latn-AZ" dirty="0" smtClean="0"/>
              <a:t>ə</a:t>
            </a:r>
            <a:r>
              <a:rPr lang="en-US" dirty="0" smtClean="0"/>
              <a:t>d</a:t>
            </a:r>
            <a:r>
              <a:rPr lang="az-Latn-AZ" dirty="0"/>
              <a:t>ə</a:t>
            </a:r>
            <a:r>
              <a:rPr lang="en-US" dirty="0" smtClean="0"/>
              <a:t>r </a:t>
            </a:r>
            <a:r>
              <a:rPr lang="en-US" dirty="0" err="1" smtClean="0"/>
              <a:t>bo</a:t>
            </a:r>
            <a:r>
              <a:rPr lang="az-Latn-AZ" dirty="0" smtClean="0"/>
              <a:t>ş</a:t>
            </a:r>
            <a:r>
              <a:rPr lang="en-US" dirty="0" err="1" smtClean="0"/>
              <a:t>luq</a:t>
            </a:r>
            <a:r>
              <a:rPr lang="en-US" dirty="0" smtClean="0"/>
              <a:t> </a:t>
            </a:r>
            <a:r>
              <a:rPr lang="en-US" dirty="0" err="1" smtClean="0"/>
              <a:t>qaytar</a:t>
            </a:r>
            <a:r>
              <a:rPr lang="az-Latn-AZ" dirty="0" smtClean="0"/>
              <a:t>ı</a:t>
            </a:r>
            <a:r>
              <a:rPr lang="en-US" dirty="0" smtClean="0"/>
              <a:t>r</a:t>
            </a:r>
            <a:r>
              <a:rPr lang="en-US" dirty="0"/>
              <a:t>.</a:t>
            </a:r>
          </a:p>
          <a:p>
            <a:r>
              <a:rPr lang="en-US" dirty="0"/>
              <a:t>Ex: SELECT SPACE(5) --- ‘     ’</a:t>
            </a:r>
          </a:p>
        </p:txBody>
      </p:sp>
    </p:spTree>
    <p:extLst>
      <p:ext uri="{BB962C8B-B14F-4D97-AF65-F5344CB8AC3E}">
        <p14:creationId xmlns:p14="http://schemas.microsoft.com/office/powerpoint/2010/main" val="3701004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SUBSTRING()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SUBSTRING ( expression ,start , length ) </a:t>
            </a:r>
            <a:endParaRPr lang="en-US" dirty="0" smtClean="0"/>
          </a:p>
          <a:p>
            <a:r>
              <a:rPr lang="en-US" dirty="0" smtClean="0"/>
              <a:t>Returns </a:t>
            </a:r>
            <a:r>
              <a:rPr lang="en-US" dirty="0"/>
              <a:t>part of a character, binary, text, or image expression in SQL Server.</a:t>
            </a:r>
          </a:p>
          <a:p>
            <a:r>
              <a:rPr lang="en-US" dirty="0" err="1"/>
              <a:t>String’in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smtClean="0"/>
              <a:t>hiss</a:t>
            </a:r>
            <a:r>
              <a:rPr lang="az-Latn-AZ" dirty="0" smtClean="0"/>
              <a:t>ə</a:t>
            </a:r>
            <a:r>
              <a:rPr lang="en-US" dirty="0" err="1" smtClean="0"/>
              <a:t>sini</a:t>
            </a:r>
            <a:r>
              <a:rPr lang="en-US" dirty="0" smtClean="0"/>
              <a:t> </a:t>
            </a:r>
            <a:r>
              <a:rPr lang="en-US" dirty="0" err="1" smtClean="0"/>
              <a:t>qaytar</a:t>
            </a:r>
            <a:r>
              <a:rPr lang="az-Latn-AZ" dirty="0" smtClean="0"/>
              <a:t>ı</a:t>
            </a:r>
            <a:r>
              <a:rPr lang="en-US" dirty="0" smtClean="0"/>
              <a:t>r</a:t>
            </a:r>
            <a:r>
              <a:rPr lang="en-US" dirty="0"/>
              <a:t>. String, </a:t>
            </a:r>
            <a:r>
              <a:rPr lang="en-US" dirty="0" err="1" smtClean="0"/>
              <a:t>ba</a:t>
            </a:r>
            <a:r>
              <a:rPr lang="az-Latn-AZ" dirty="0" smtClean="0"/>
              <a:t>ş</a:t>
            </a:r>
            <a:r>
              <a:rPr lang="en-US" dirty="0" smtClean="0"/>
              <a:t>lama n</a:t>
            </a:r>
            <a:r>
              <a:rPr lang="az-Latn-AZ" dirty="0" smtClean="0"/>
              <a:t>ö</a:t>
            </a:r>
            <a:r>
              <a:rPr lang="en-US" dirty="0" err="1" smtClean="0"/>
              <a:t>qtes</a:t>
            </a:r>
            <a:r>
              <a:rPr lang="az-Latn-AZ" dirty="0"/>
              <a:t>i</a:t>
            </a:r>
            <a:r>
              <a:rPr lang="en-US" dirty="0" smtClean="0"/>
              <a:t> v</a:t>
            </a:r>
            <a:r>
              <a:rPr lang="az-Latn-AZ" dirty="0" smtClean="0"/>
              <a:t>ə</a:t>
            </a:r>
            <a:r>
              <a:rPr lang="en-US" dirty="0" smtClean="0"/>
              <a:t> </a:t>
            </a:r>
            <a:r>
              <a:rPr lang="en-US" dirty="0"/>
              <a:t>character </a:t>
            </a:r>
            <a:r>
              <a:rPr lang="en-US" dirty="0" smtClean="0"/>
              <a:t>say</a:t>
            </a:r>
            <a:r>
              <a:rPr lang="az-Latn-AZ" dirty="0" smtClean="0"/>
              <a:t>ı</a:t>
            </a:r>
            <a:r>
              <a:rPr lang="en-US" dirty="0" smtClean="0"/>
              <a:t> </a:t>
            </a:r>
            <a:r>
              <a:rPr lang="en-US" dirty="0" err="1" smtClean="0"/>
              <a:t>verilm</a:t>
            </a:r>
            <a:r>
              <a:rPr lang="az-Latn-AZ" dirty="0" smtClean="0"/>
              <a:t>ə</a:t>
            </a:r>
            <a:r>
              <a:rPr lang="en-US" dirty="0" err="1" smtClean="0"/>
              <a:t>lidir</a:t>
            </a:r>
            <a:r>
              <a:rPr lang="en-US" dirty="0"/>
              <a:t>.</a:t>
            </a:r>
          </a:p>
          <a:p>
            <a:r>
              <a:rPr lang="en-US" dirty="0"/>
              <a:t>Ex: SELECT SUBSTRING('</a:t>
            </a:r>
            <a:r>
              <a:rPr lang="en-US" dirty="0" err="1"/>
              <a:t>abcdef</a:t>
            </a:r>
            <a:r>
              <a:rPr lang="en-US" dirty="0"/>
              <a:t>', 2, 4); --- ‘</a:t>
            </a:r>
            <a:r>
              <a:rPr lang="en-US" dirty="0" err="1"/>
              <a:t>bcde</a:t>
            </a:r>
            <a:r>
              <a:rPr lang="en-US" dirty="0"/>
              <a:t>’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518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TRIM()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TRIM ( [ characters FROM ] string </a:t>
            </a:r>
            <a:r>
              <a:rPr lang="en-US" dirty="0" smtClean="0"/>
              <a:t>)</a:t>
            </a:r>
          </a:p>
          <a:p>
            <a:r>
              <a:rPr lang="en-US" dirty="0" smtClean="0"/>
              <a:t>Removes </a:t>
            </a:r>
            <a:r>
              <a:rPr lang="en-US" dirty="0"/>
              <a:t>the space character char(32) or other specified characters from the start or end of a string.</a:t>
            </a:r>
          </a:p>
          <a:p>
            <a:r>
              <a:rPr lang="en-US" dirty="0" smtClean="0"/>
              <a:t>Sa</a:t>
            </a:r>
            <a:r>
              <a:rPr lang="az-Latn-AZ" dirty="0" smtClean="0"/>
              <a:t>ğ v</a:t>
            </a:r>
            <a:r>
              <a:rPr lang="en-US" dirty="0" smtClean="0"/>
              <a:t>e </a:t>
            </a:r>
            <a:r>
              <a:rPr lang="en-US" dirty="0" err="1"/>
              <a:t>solda</a:t>
            </a:r>
            <a:r>
              <a:rPr lang="en-US" dirty="0"/>
              <a:t> </a:t>
            </a:r>
            <a:r>
              <a:rPr lang="en-US" dirty="0" err="1" smtClean="0"/>
              <a:t>bo</a:t>
            </a:r>
            <a:r>
              <a:rPr lang="az-Latn-AZ" dirty="0" smtClean="0"/>
              <a:t>ş</a:t>
            </a:r>
            <a:r>
              <a:rPr lang="en-US" dirty="0" err="1" smtClean="0"/>
              <a:t>luqlar</a:t>
            </a:r>
            <a:r>
              <a:rPr lang="az-Latn-AZ" dirty="0" smtClean="0"/>
              <a:t>ı</a:t>
            </a:r>
            <a:r>
              <a:rPr lang="en-US" dirty="0" smtClean="0"/>
              <a:t> </a:t>
            </a:r>
            <a:r>
              <a:rPr lang="en-US" dirty="0" err="1"/>
              <a:t>silir</a:t>
            </a:r>
            <a:r>
              <a:rPr lang="en-US" dirty="0"/>
              <a:t>. </a:t>
            </a:r>
            <a:r>
              <a:rPr lang="en-US" dirty="0" smtClean="0"/>
              <a:t>V</a:t>
            </a:r>
            <a:r>
              <a:rPr lang="az-Latn-AZ" dirty="0" smtClean="0"/>
              <a:t>ə</a:t>
            </a:r>
            <a:r>
              <a:rPr lang="en-US" dirty="0" smtClean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 smtClean="0"/>
              <a:t>sa</a:t>
            </a:r>
            <a:r>
              <a:rPr lang="az-Latn-AZ" dirty="0" smtClean="0"/>
              <a:t>ğ və</a:t>
            </a:r>
            <a:r>
              <a:rPr lang="en-US" dirty="0" smtClean="0"/>
              <a:t> </a:t>
            </a:r>
            <a:r>
              <a:rPr lang="en-US" dirty="0" err="1"/>
              <a:t>solda</a:t>
            </a:r>
            <a:r>
              <a:rPr lang="en-US" dirty="0"/>
              <a:t> </a:t>
            </a:r>
            <a:r>
              <a:rPr lang="en-US" dirty="0" err="1" smtClean="0"/>
              <a:t>verilmi</a:t>
            </a:r>
            <a:r>
              <a:rPr lang="az-Latn-AZ" dirty="0" smtClean="0"/>
              <a:t>ş</a:t>
            </a:r>
            <a:r>
              <a:rPr lang="en-US" dirty="0" smtClean="0"/>
              <a:t> </a:t>
            </a:r>
            <a:r>
              <a:rPr lang="en-US" dirty="0"/>
              <a:t>string </a:t>
            </a:r>
            <a:r>
              <a:rPr lang="en-US" dirty="0" smtClean="0"/>
              <a:t>hiss</a:t>
            </a:r>
            <a:r>
              <a:rPr lang="az-Latn-AZ" dirty="0" smtClean="0"/>
              <a:t>ə</a:t>
            </a:r>
            <a:r>
              <a:rPr lang="en-US" dirty="0" err="1" smtClean="0"/>
              <a:t>sini</a:t>
            </a:r>
            <a:r>
              <a:rPr lang="en-US" dirty="0" smtClean="0"/>
              <a:t> </a:t>
            </a:r>
            <a:r>
              <a:rPr lang="en-US" dirty="0" err="1"/>
              <a:t>silir</a:t>
            </a:r>
            <a:r>
              <a:rPr lang="en-US" dirty="0"/>
              <a:t>.</a:t>
            </a:r>
          </a:p>
          <a:p>
            <a:r>
              <a:rPr lang="en-US" dirty="0"/>
              <a:t>Ex: SELECT TRIM( '</a:t>
            </a:r>
            <a:r>
              <a:rPr lang="en-US" dirty="0" err="1"/>
              <a:t>asdog</a:t>
            </a:r>
            <a:r>
              <a:rPr lang="en-US" dirty="0"/>
              <a:t>' from '</a:t>
            </a:r>
            <a:r>
              <a:rPr lang="en-US" dirty="0" err="1"/>
              <a:t>asdog</a:t>
            </a:r>
            <a:r>
              <a:rPr lang="en-US" dirty="0"/>
              <a:t>    </a:t>
            </a:r>
            <a:r>
              <a:rPr lang="en-US" dirty="0" err="1"/>
              <a:t>asdf</a:t>
            </a:r>
            <a:r>
              <a:rPr lang="en-US" dirty="0"/>
              <a:t> . l'); --- ‘    </a:t>
            </a:r>
            <a:r>
              <a:rPr lang="en-US" dirty="0" err="1"/>
              <a:t>asdf</a:t>
            </a:r>
            <a:r>
              <a:rPr lang="en-US" dirty="0"/>
              <a:t> . l’</a:t>
            </a:r>
          </a:p>
          <a:p>
            <a:r>
              <a:rPr lang="en-US" dirty="0"/>
              <a:t>Ex: SELECT TRIM('    </a:t>
            </a:r>
            <a:r>
              <a:rPr lang="en-US" dirty="0" err="1"/>
              <a:t>asdog</a:t>
            </a:r>
            <a:r>
              <a:rPr lang="en-US" dirty="0"/>
              <a:t> </a:t>
            </a:r>
            <a:r>
              <a:rPr lang="en-US" dirty="0" err="1"/>
              <a:t>asdf</a:t>
            </a:r>
            <a:r>
              <a:rPr lang="en-US" dirty="0"/>
              <a:t> . l      '); --- ‘</a:t>
            </a:r>
            <a:r>
              <a:rPr lang="en-US" dirty="0" err="1"/>
              <a:t>asdog</a:t>
            </a:r>
            <a:r>
              <a:rPr lang="en-US" dirty="0"/>
              <a:t> </a:t>
            </a:r>
            <a:r>
              <a:rPr lang="en-US" dirty="0" err="1"/>
              <a:t>asdf</a:t>
            </a:r>
            <a:r>
              <a:rPr lang="en-US" dirty="0"/>
              <a:t> . l’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123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UPPER</a:t>
            </a:r>
            <a:r>
              <a:rPr lang="az-Latn-AZ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UPPER ( </a:t>
            </a:r>
            <a:r>
              <a:rPr lang="en-US" dirty="0" err="1"/>
              <a:t>character_expression</a:t>
            </a:r>
            <a:r>
              <a:rPr lang="en-US" dirty="0"/>
              <a:t> </a:t>
            </a:r>
            <a:r>
              <a:rPr lang="en-US" dirty="0" smtClean="0"/>
              <a:t>)</a:t>
            </a:r>
          </a:p>
          <a:p>
            <a:r>
              <a:rPr lang="en-US" dirty="0" smtClean="0"/>
              <a:t>Returns </a:t>
            </a:r>
            <a:r>
              <a:rPr lang="en-US" dirty="0"/>
              <a:t>a character expression with lowercase character data converted to uppercase.</a:t>
            </a:r>
          </a:p>
          <a:p>
            <a:r>
              <a:rPr lang="en-US" dirty="0" smtClean="0"/>
              <a:t>H</a:t>
            </a:r>
            <a:r>
              <a:rPr lang="az-Latn-AZ" dirty="0" smtClean="0"/>
              <a:t>ə</a:t>
            </a:r>
            <a:r>
              <a:rPr lang="en-US" dirty="0" err="1" smtClean="0"/>
              <a:t>rfl</a:t>
            </a:r>
            <a:r>
              <a:rPr lang="az-Latn-AZ" dirty="0" smtClean="0"/>
              <a:t>ə</a:t>
            </a:r>
            <a:r>
              <a:rPr lang="en-US" dirty="0" err="1" smtClean="0"/>
              <a:t>ri</a:t>
            </a:r>
            <a:r>
              <a:rPr lang="en-US" dirty="0" smtClean="0"/>
              <a:t> b</a:t>
            </a:r>
            <a:r>
              <a:rPr lang="az-Latn-AZ" dirty="0" smtClean="0"/>
              <a:t>ö</a:t>
            </a:r>
            <a:r>
              <a:rPr lang="en-US" dirty="0" smtClean="0"/>
              <a:t>y</a:t>
            </a:r>
            <a:r>
              <a:rPr lang="az-Latn-AZ" dirty="0" smtClean="0"/>
              <a:t>ü</a:t>
            </a:r>
            <a:r>
              <a:rPr lang="en-US" dirty="0" smtClean="0"/>
              <a:t>k h</a:t>
            </a:r>
            <a:r>
              <a:rPr lang="az-Latn-AZ" dirty="0" smtClean="0"/>
              <a:t>ə</a:t>
            </a:r>
            <a:r>
              <a:rPr lang="en-US" dirty="0" err="1" smtClean="0"/>
              <a:t>rfl</a:t>
            </a:r>
            <a:r>
              <a:rPr lang="az-Latn-AZ" dirty="0" smtClean="0"/>
              <a:t>ə</a:t>
            </a:r>
            <a:r>
              <a:rPr lang="en-US" dirty="0" smtClean="0"/>
              <a:t>r</a:t>
            </a:r>
            <a:r>
              <a:rPr lang="az-Latn-AZ" dirty="0" smtClean="0"/>
              <a:t>ə</a:t>
            </a:r>
            <a:r>
              <a:rPr lang="en-US" dirty="0" smtClean="0"/>
              <a:t> d</a:t>
            </a:r>
            <a:r>
              <a:rPr lang="az-Latn-AZ" dirty="0" smtClean="0"/>
              <a:t>ə</a:t>
            </a:r>
            <a:r>
              <a:rPr lang="en-US" dirty="0" err="1" smtClean="0"/>
              <a:t>yi</a:t>
            </a:r>
            <a:r>
              <a:rPr lang="az-Latn-AZ" dirty="0" smtClean="0"/>
              <a:t>ş</a:t>
            </a:r>
            <a:r>
              <a:rPr lang="en-US" dirty="0" err="1" smtClean="0"/>
              <a:t>ir</a:t>
            </a:r>
            <a:endParaRPr lang="en-US" dirty="0"/>
          </a:p>
          <a:p>
            <a:r>
              <a:rPr lang="en-US" dirty="0"/>
              <a:t>Ex: SELECT UPPER ( '</a:t>
            </a:r>
            <a:r>
              <a:rPr lang="en-US" dirty="0" err="1"/>
              <a:t>sdfghjkl</a:t>
            </a:r>
            <a:r>
              <a:rPr lang="en-US" dirty="0"/>
              <a:t>' ); --- SDFGHJKL</a:t>
            </a:r>
          </a:p>
        </p:txBody>
      </p:sp>
    </p:spTree>
    <p:extLst>
      <p:ext uri="{BB962C8B-B14F-4D97-AF65-F5344CB8AC3E}">
        <p14:creationId xmlns:p14="http://schemas.microsoft.com/office/powerpoint/2010/main" val="2141278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QUOTENAME</a:t>
            </a:r>
            <a:r>
              <a:rPr lang="en-US" dirty="0" smtClean="0"/>
              <a:t>()</a:t>
            </a:r>
          </a:p>
          <a:p>
            <a:r>
              <a:rPr lang="en-US" dirty="0"/>
              <a:t>REPLICATE() </a:t>
            </a:r>
            <a:endParaRPr lang="en-US" dirty="0" smtClean="0"/>
          </a:p>
          <a:p>
            <a:r>
              <a:rPr lang="en-US" dirty="0" smtClean="0"/>
              <a:t>UNICODE() </a:t>
            </a:r>
          </a:p>
          <a:p>
            <a:r>
              <a:rPr lang="en-US" dirty="0" smtClean="0"/>
              <a:t>TRANSLATE</a:t>
            </a:r>
            <a:r>
              <a:rPr lang="en-US" dirty="0"/>
              <a:t>() </a:t>
            </a:r>
            <a:endParaRPr lang="en-US" dirty="0" smtClean="0"/>
          </a:p>
          <a:p>
            <a:r>
              <a:rPr lang="en-US" dirty="0" smtClean="0"/>
              <a:t>STUFF()</a:t>
            </a:r>
            <a:endParaRPr lang="en-US" dirty="0"/>
          </a:p>
          <a:p>
            <a:r>
              <a:rPr lang="en-US" dirty="0"/>
              <a:t>STRING_SPLIT() </a:t>
            </a:r>
            <a:endParaRPr lang="en-US" dirty="0" smtClean="0"/>
          </a:p>
          <a:p>
            <a:r>
              <a:rPr lang="en-US" dirty="0" smtClean="0"/>
              <a:t>STRING_ESCAPE()</a:t>
            </a:r>
            <a:endParaRPr lang="en-US" dirty="0"/>
          </a:p>
          <a:p>
            <a:r>
              <a:rPr lang="en-US" dirty="0"/>
              <a:t>STRING_AFF</a:t>
            </a:r>
            <a:r>
              <a:rPr lang="en-US" dirty="0" smtClean="0"/>
              <a:t>()</a:t>
            </a:r>
          </a:p>
          <a:p>
            <a:r>
              <a:rPr lang="en-US" dirty="0"/>
              <a:t>STR</a:t>
            </a:r>
            <a:r>
              <a:rPr lang="en-US" dirty="0" smtClean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497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549</Words>
  <Application>Microsoft Office PowerPoint</Application>
  <PresentationFormat>On-screen Show (4:3)</PresentationFormat>
  <Paragraphs>61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SQL String Functions</vt:lpstr>
      <vt:lpstr>REPLACE()</vt:lpstr>
      <vt:lpstr>REVERSE()</vt:lpstr>
      <vt:lpstr>RIGHT()</vt:lpstr>
      <vt:lpstr>RTRIM()</vt:lpstr>
      <vt:lpstr>SOUNDEX()</vt:lpstr>
      <vt:lpstr>SPACE()</vt:lpstr>
      <vt:lpstr>SUBSTRING()</vt:lpstr>
      <vt:lpstr>TRIM()</vt:lpstr>
      <vt:lpstr>UPPER()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String Functions</dc:title>
  <dc:creator>User</dc:creator>
  <cp:lastModifiedBy>User</cp:lastModifiedBy>
  <cp:revision>4</cp:revision>
  <dcterms:created xsi:type="dcterms:W3CDTF">2006-08-16T00:00:00Z</dcterms:created>
  <dcterms:modified xsi:type="dcterms:W3CDTF">2017-04-25T21:06:50Z</dcterms:modified>
</cp:coreProperties>
</file>